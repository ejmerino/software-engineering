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2708D-4992-4C04-84B8-72C8394AE13B}" type="datetimeFigureOut">
              <a:rPr lang="es-EC" smtClean="0"/>
              <a:t>25/3/2024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B5DE-B1E9-4E9D-A977-0B9823578D6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7297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2708D-4992-4C04-84B8-72C8394AE13B}" type="datetimeFigureOut">
              <a:rPr lang="es-EC" smtClean="0"/>
              <a:t>25/3/2024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B5DE-B1E9-4E9D-A977-0B9823578D6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68054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2708D-4992-4C04-84B8-72C8394AE13B}" type="datetimeFigureOut">
              <a:rPr lang="es-EC" smtClean="0"/>
              <a:t>25/3/2024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B5DE-B1E9-4E9D-A977-0B9823578D6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47993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2708D-4992-4C04-84B8-72C8394AE13B}" type="datetimeFigureOut">
              <a:rPr lang="es-EC" smtClean="0"/>
              <a:t>25/3/2024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B5DE-B1E9-4E9D-A977-0B9823578D6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2684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2708D-4992-4C04-84B8-72C8394AE13B}" type="datetimeFigureOut">
              <a:rPr lang="es-EC" smtClean="0"/>
              <a:t>25/3/2024</a:t>
            </a:fld>
            <a:endParaRPr lang="es-EC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B5DE-B1E9-4E9D-A977-0B9823578D6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99498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2708D-4992-4C04-84B8-72C8394AE13B}" type="datetimeFigureOut">
              <a:rPr lang="es-EC" smtClean="0"/>
              <a:t>25/3/2024</a:t>
            </a:fld>
            <a:endParaRPr lang="es-EC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B5DE-B1E9-4E9D-A977-0B9823578D6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73307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2708D-4992-4C04-84B8-72C8394AE13B}" type="datetimeFigureOut">
              <a:rPr lang="es-EC" smtClean="0"/>
              <a:t>25/3/2024</a:t>
            </a:fld>
            <a:endParaRPr lang="es-EC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B5DE-B1E9-4E9D-A977-0B9823578D6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1881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2708D-4992-4C04-84B8-72C8394AE13B}" type="datetimeFigureOut">
              <a:rPr lang="es-EC" smtClean="0"/>
              <a:t>25/3/2024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B5DE-B1E9-4E9D-A977-0B9823578D6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1213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2708D-4992-4C04-84B8-72C8394AE13B}" type="datetimeFigureOut">
              <a:rPr lang="es-EC" smtClean="0"/>
              <a:t>25/3/2024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B5DE-B1E9-4E9D-A977-0B9823578D6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2940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2708D-4992-4C04-84B8-72C8394AE13B}" type="datetimeFigureOut">
              <a:rPr lang="es-EC" smtClean="0"/>
              <a:t>25/3/2024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B5DE-B1E9-4E9D-A977-0B9823578D6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8085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2708D-4992-4C04-84B8-72C8394AE13B}" type="datetimeFigureOut">
              <a:rPr lang="es-EC" smtClean="0"/>
              <a:t>25/3/2024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B5DE-B1E9-4E9D-A977-0B9823578D6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615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2708D-4992-4C04-84B8-72C8394AE13B}" type="datetimeFigureOut">
              <a:rPr lang="es-EC" smtClean="0"/>
              <a:t>25/3/2024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AB5DE-B1E9-4E9D-A977-0B9823578D6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910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4015" t="18317" r="1516" b="6801"/>
          <a:stretch/>
        </p:blipFill>
        <p:spPr>
          <a:xfrm>
            <a:off x="415634" y="249381"/>
            <a:ext cx="11379202" cy="643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00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3560" t="18720" r="2803" b="7475"/>
          <a:stretch/>
        </p:blipFill>
        <p:spPr>
          <a:xfrm>
            <a:off x="591128" y="406400"/>
            <a:ext cx="11042781" cy="622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7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5379" t="18586" r="4849" b="12189"/>
          <a:stretch/>
        </p:blipFill>
        <p:spPr>
          <a:xfrm>
            <a:off x="618836" y="600364"/>
            <a:ext cx="10740938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0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3457" t="20424" r="3086" b="8795"/>
          <a:stretch/>
        </p:blipFill>
        <p:spPr>
          <a:xfrm>
            <a:off x="600363" y="600362"/>
            <a:ext cx="10760364" cy="56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712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4014" t="18451" r="2879" b="8283"/>
          <a:stretch/>
        </p:blipFill>
        <p:spPr>
          <a:xfrm>
            <a:off x="729673" y="563418"/>
            <a:ext cx="10631054" cy="599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23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3712" t="18586" r="3333" b="9226"/>
          <a:stretch/>
        </p:blipFill>
        <p:spPr>
          <a:xfrm>
            <a:off x="424873" y="369454"/>
            <a:ext cx="11388436" cy="633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38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657" y="1825625"/>
            <a:ext cx="10512686" cy="435133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26818" t="24647" r="3940" b="13401"/>
          <a:stretch/>
        </p:blipFill>
        <p:spPr>
          <a:xfrm>
            <a:off x="415636" y="572655"/>
            <a:ext cx="11433451" cy="575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29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3333" t="18720" r="909" b="10437"/>
          <a:stretch/>
        </p:blipFill>
        <p:spPr>
          <a:xfrm>
            <a:off x="609600" y="701964"/>
            <a:ext cx="10939643" cy="575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76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3560" t="18586" r="2652" b="10034"/>
          <a:stretch/>
        </p:blipFill>
        <p:spPr>
          <a:xfrm>
            <a:off x="581890" y="424872"/>
            <a:ext cx="10863359" cy="59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81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3636" t="17778" r="11591" b="8013"/>
          <a:stretch/>
        </p:blipFill>
        <p:spPr>
          <a:xfrm>
            <a:off x="508000" y="208106"/>
            <a:ext cx="11055927" cy="649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79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3409" t="18181" r="2803" b="10438"/>
          <a:stretch/>
        </p:blipFill>
        <p:spPr>
          <a:xfrm>
            <a:off x="341745" y="332508"/>
            <a:ext cx="11249891" cy="612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49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5076" t="19394" r="4319" b="13400"/>
          <a:stretch/>
        </p:blipFill>
        <p:spPr>
          <a:xfrm>
            <a:off x="591126" y="295563"/>
            <a:ext cx="10984898" cy="58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1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4697" t="18586" r="2273" b="9226"/>
          <a:stretch/>
        </p:blipFill>
        <p:spPr>
          <a:xfrm>
            <a:off x="535709" y="203200"/>
            <a:ext cx="11179654" cy="621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875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0</Words>
  <Application>Microsoft Office PowerPoint</Application>
  <PresentationFormat>Panorámica</PresentationFormat>
  <Paragraphs>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NEGOCIO</dc:title>
  <dc:creator>Cuenta Microsoft</dc:creator>
  <cp:lastModifiedBy>Cuenta Microsoft</cp:lastModifiedBy>
  <cp:revision>3</cp:revision>
  <dcterms:created xsi:type="dcterms:W3CDTF">2023-05-15T21:38:04Z</dcterms:created>
  <dcterms:modified xsi:type="dcterms:W3CDTF">2024-03-25T21:31:47Z</dcterms:modified>
</cp:coreProperties>
</file>