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6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EBBB0-3F61-48AE-A4C7-E78B63EC8B70}" type="datetimeFigureOut">
              <a:rPr lang="es-EC" smtClean="0"/>
              <a:t>6/7/2023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82BCB-B938-4382-BDC3-CBCF8394FE6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6813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EBBB0-3F61-48AE-A4C7-E78B63EC8B70}" type="datetimeFigureOut">
              <a:rPr lang="es-EC" smtClean="0"/>
              <a:t>6/7/2023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82BCB-B938-4382-BDC3-CBCF8394FE6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398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EBBB0-3F61-48AE-A4C7-E78B63EC8B70}" type="datetimeFigureOut">
              <a:rPr lang="es-EC" smtClean="0"/>
              <a:t>6/7/2023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82BCB-B938-4382-BDC3-CBCF8394FE6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03094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EBBB0-3F61-48AE-A4C7-E78B63EC8B70}" type="datetimeFigureOut">
              <a:rPr lang="es-EC" smtClean="0"/>
              <a:t>6/7/2023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82BCB-B938-4382-BDC3-CBCF8394FE6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08712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EBBB0-3F61-48AE-A4C7-E78B63EC8B70}" type="datetimeFigureOut">
              <a:rPr lang="es-EC" smtClean="0"/>
              <a:t>6/7/2023</a:t>
            </a:fld>
            <a:endParaRPr lang="es-EC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82BCB-B938-4382-BDC3-CBCF8394FE6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318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EBBB0-3F61-48AE-A4C7-E78B63EC8B70}" type="datetimeFigureOut">
              <a:rPr lang="es-EC" smtClean="0"/>
              <a:t>6/7/2023</a:t>
            </a:fld>
            <a:endParaRPr lang="es-EC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82BCB-B938-4382-BDC3-CBCF8394FE6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60743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EBBB0-3F61-48AE-A4C7-E78B63EC8B70}" type="datetimeFigureOut">
              <a:rPr lang="es-EC" smtClean="0"/>
              <a:t>6/7/2023</a:t>
            </a:fld>
            <a:endParaRPr lang="es-EC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82BCB-B938-4382-BDC3-CBCF8394FE6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4733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EBBB0-3F61-48AE-A4C7-E78B63EC8B70}" type="datetimeFigureOut">
              <a:rPr lang="es-EC" smtClean="0"/>
              <a:t>6/7/2023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82BCB-B938-4382-BDC3-CBCF8394FE6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2394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EBBB0-3F61-48AE-A4C7-E78B63EC8B70}" type="datetimeFigureOut">
              <a:rPr lang="es-EC" smtClean="0"/>
              <a:t>6/7/2023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82BCB-B938-4382-BDC3-CBCF8394FE6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36046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EBBB0-3F61-48AE-A4C7-E78B63EC8B70}" type="datetimeFigureOut">
              <a:rPr lang="es-EC" smtClean="0"/>
              <a:t>6/7/2023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82BCB-B938-4382-BDC3-CBCF8394FE6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77667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EBBB0-3F61-48AE-A4C7-E78B63EC8B70}" type="datetimeFigureOut">
              <a:rPr lang="es-EC" smtClean="0"/>
              <a:t>6/7/2023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82BCB-B938-4382-BDC3-CBCF8394FE6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25062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EBBB0-3F61-48AE-A4C7-E78B63EC8B70}" type="datetimeFigureOut">
              <a:rPr lang="es-EC" smtClean="0"/>
              <a:t>6/7/2023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82BCB-B938-4382-BDC3-CBCF8394FE6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2390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9924" t="13198" r="23939" b="28889"/>
          <a:stretch/>
        </p:blipFill>
        <p:spPr>
          <a:xfrm>
            <a:off x="1348510" y="840510"/>
            <a:ext cx="8848436" cy="513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33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7500" t="13333" r="21894" b="25252"/>
          <a:stretch/>
        </p:blipFill>
        <p:spPr>
          <a:xfrm>
            <a:off x="1467448" y="803562"/>
            <a:ext cx="8766444" cy="499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4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8864" t="13603" r="23333" b="17845"/>
          <a:stretch/>
        </p:blipFill>
        <p:spPr>
          <a:xfrm>
            <a:off x="1505528" y="831272"/>
            <a:ext cx="7878619" cy="525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88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7045" t="22088" r="20682" b="16027"/>
          <a:stretch/>
        </p:blipFill>
        <p:spPr>
          <a:xfrm>
            <a:off x="1311564" y="814468"/>
            <a:ext cx="8894617" cy="497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63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9848" t="11986" r="5379" b="9495"/>
          <a:stretch/>
        </p:blipFill>
        <p:spPr>
          <a:xfrm>
            <a:off x="406399" y="655780"/>
            <a:ext cx="11305309" cy="589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046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1516" t="56297" r="14772" b="26195"/>
          <a:stretch/>
        </p:blipFill>
        <p:spPr>
          <a:xfrm>
            <a:off x="646545" y="1653309"/>
            <a:ext cx="1064613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0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4697" t="21011" r="17501" b="22424"/>
          <a:stretch/>
        </p:blipFill>
        <p:spPr>
          <a:xfrm>
            <a:off x="1274618" y="646545"/>
            <a:ext cx="10104582" cy="556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559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Cuenta Microsoft</cp:lastModifiedBy>
  <cp:revision>3</cp:revision>
  <dcterms:created xsi:type="dcterms:W3CDTF">2023-07-06T22:59:14Z</dcterms:created>
  <dcterms:modified xsi:type="dcterms:W3CDTF">2023-07-06T23:09:03Z</dcterms:modified>
</cp:coreProperties>
</file>