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293" r:id="rId5"/>
    <p:sldId id="306" r:id="rId6"/>
    <p:sldId id="323" r:id="rId7"/>
    <p:sldId id="322" r:id="rId8"/>
    <p:sldId id="324" r:id="rId9"/>
    <p:sldId id="325" r:id="rId10"/>
    <p:sldId id="326" r:id="rId11"/>
    <p:sldId id="327" r:id="rId12"/>
    <p:sldId id="336" r:id="rId13"/>
    <p:sldId id="315" r:id="rId14"/>
    <p:sldId id="328" r:id="rId15"/>
    <p:sldId id="329" r:id="rId16"/>
    <p:sldId id="330" r:id="rId17"/>
    <p:sldId id="331" r:id="rId18"/>
    <p:sldId id="335" r:id="rId19"/>
    <p:sldId id="338" r:id="rId20"/>
    <p:sldId id="316" r:id="rId21"/>
    <p:sldId id="317" r:id="rId22"/>
    <p:sldId id="344" r:id="rId23"/>
    <p:sldId id="332" r:id="rId24"/>
    <p:sldId id="333" r:id="rId25"/>
    <p:sldId id="339" r:id="rId26"/>
    <p:sldId id="340" r:id="rId27"/>
    <p:sldId id="342" r:id="rId28"/>
    <p:sldId id="341" r:id="rId29"/>
    <p:sldId id="343" r:id="rId30"/>
  </p:sldIdLst>
  <p:sldSz cx="12192000" cy="6858000"/>
  <p:notesSz cx="6888163" cy="100203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1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0A2"/>
    <a:srgbClr val="40404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3" d="100"/>
          <a:sy n="43" d="100"/>
        </p:scale>
        <p:origin x="144" y="4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330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="" xmlns:a16="http://schemas.microsoft.com/office/drawing/2014/main" id="{42F7A84F-E231-42BE-A9F8-B5131853C8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BCB813BC-9E49-4ABB-A3C3-CEE0885B02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pPr rtl="0"/>
            <a:fld id="{ECFA5F72-8C3C-47C4-BAAE-AAD53B502F6D}" type="datetime1">
              <a:rPr lang="es-ES" smtClean="0"/>
              <a:t>22/03/2024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="" xmlns:a16="http://schemas.microsoft.com/office/drawing/2014/main" id="{47ADFF29-9BE4-4CDF-A198-BBEE303F0E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="" xmlns:a16="http://schemas.microsoft.com/office/drawing/2014/main" id="{60D4AFC6-5A97-4417-A16A-485E5801A6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pPr rtl="0"/>
            <a:fld id="{4FA8C659-3DDB-48CB-A056-6A658A161B7C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607677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pPr rtl="0"/>
            <a:fld id="{934E63C5-A243-470D-8390-8C4D5E642375}" type="datetime1">
              <a:rPr lang="es-ES" smtClean="0"/>
              <a:t>22/03/2024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pPr rtl="0"/>
            <a:endParaRPr lang="es-ES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dirty="0"/>
              <a:t>Segundo nivel</a:t>
            </a:r>
          </a:p>
          <a:p>
            <a:pPr lvl="2" rtl="0"/>
            <a:r>
              <a:rPr lang="es-ES" dirty="0"/>
              <a:t>Tercer nivel</a:t>
            </a:r>
          </a:p>
          <a:p>
            <a:pPr lvl="3" rtl="0"/>
            <a:r>
              <a:rPr lang="es-ES" dirty="0"/>
              <a:t>Cuarto nivel</a:t>
            </a:r>
          </a:p>
          <a:p>
            <a:pPr lvl="4" rtl="0"/>
            <a:r>
              <a:rPr lang="es-ES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pPr rtl="0"/>
            <a:endParaRPr lang="es-ES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pPr rtl="0"/>
            <a:fld id="{9CA004F4-F240-48F9-8AE1-486585C7F00D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48810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797D165-49B0-44FF-A267-367F5A6EE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9514"/>
            <a:ext cx="9144000" cy="2128049"/>
          </a:xfrm>
        </p:spPr>
        <p:txBody>
          <a:bodyPr rtlCol="0" anchor="b"/>
          <a:lstStyle>
            <a:lvl1pPr algn="ctr">
              <a:lnSpc>
                <a:spcPct val="125000"/>
              </a:lnSpc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56B52800-74D6-4A78-AC9B-8E737A1A3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1162"/>
            <a:ext cx="9144000" cy="882001"/>
          </a:xfrm>
          <a:solidFill>
            <a:schemeClr val="accent2">
              <a:alpha val="9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1" kern="1200" spc="65" dirty="0">
                <a:solidFill>
                  <a:schemeClr val="accent1"/>
                </a:solidFill>
                <a:latin typeface="+mn-lt"/>
                <a:ea typeface="+mn-ea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 smtClean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88B91F7B-C4AF-4FC6-A6BE-657DEF6D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088917-CCAE-4D7C-A02D-EE615348765B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5BED32F8-B0C7-4332-B0A5-BC19DD8C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="" xmlns:a16="http://schemas.microsoft.com/office/drawing/2014/main" id="{B0030946-D0C7-4F78-94B0-427DAA6D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89509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0211141-A77D-4E0E-8CAF-4CD3B279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="" xmlns:a16="http://schemas.microsoft.com/office/drawing/2014/main" id="{017EFDE0-5A54-402A-B0C3-6BC0BB739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8A2825AD-4585-4E37-A076-3D0070C9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1312EB9-9729-4FAD-8373-A418D3DF724C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512064AD-EDC3-4B13-8CD6-49EB6009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="" xmlns:a16="http://schemas.microsoft.com/office/drawing/2014/main" id="{7890FD1E-16F6-49B1-A938-8CE601ED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25465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C9FA988-92AD-48D7-890A-AA0540961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>
            <a:extLst>
              <a:ext uri="{FF2B5EF4-FFF2-40B4-BE49-F238E27FC236}">
                <a16:creationId xmlns="" xmlns:a16="http://schemas.microsoft.com/office/drawing/2014/main" id="{EAA999FA-A189-41DB-9CFC-D1356C534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B24D83DC-20E7-4B71-9794-36FC33B1B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B207C4C-07E3-4EE8-9931-EEC16BF49252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44E7D103-1290-4592-B37C-19C9C9DBE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="" xmlns:a16="http://schemas.microsoft.com/office/drawing/2014/main" id="{15955B1B-4A5C-42C7-99A5-B8217736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3320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número de diapositiva 6">
            <a:extLst>
              <a:ext uri="{FF2B5EF4-FFF2-40B4-BE49-F238E27FC236}">
                <a16:creationId xmlns=""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4B647ABC-6745-43B6-8A64-6E191BD65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="" xmlns:a16="http://schemas.microsoft.com/office/drawing/2014/main" id="{E4387105-2538-4216-9A7E-445FA092F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70FF08-5F54-4A2C-A787-F7D6BFBFC462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2503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EF43C73-1D0F-45F9-A7E4-E9D24EAF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>
            <a:extLst>
              <a:ext uri="{FF2B5EF4-FFF2-40B4-BE49-F238E27FC236}">
                <a16:creationId xmlns="" xmlns:a16="http://schemas.microsoft.com/office/drawing/2014/main" id="{D3B88E76-F6AB-4621-A9A6-20A81C5A3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="" xmlns:a16="http://schemas.microsoft.com/office/drawing/2014/main" id="{6A313FB9-6D6C-4F61-9E7A-76E686D06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5" name="Marcador de posición de texto 4">
            <a:extLst>
              <a:ext uri="{FF2B5EF4-FFF2-40B4-BE49-F238E27FC236}">
                <a16:creationId xmlns="" xmlns:a16="http://schemas.microsoft.com/office/drawing/2014/main" id="{2A93A737-E48B-4909-BE04-F55B58103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="" xmlns:a16="http://schemas.microsoft.com/office/drawing/2014/main" id="{D8F9958C-DB5F-444E-ACE8-73F5E0CA6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7" name="Marcador de fecha 6">
            <a:extLst>
              <a:ext uri="{FF2B5EF4-FFF2-40B4-BE49-F238E27FC236}">
                <a16:creationId xmlns="" xmlns:a16="http://schemas.microsoft.com/office/drawing/2014/main" id="{11D097D1-3052-4C1F-B573-CA25FFF6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95B1BDD-7000-4F3F-B9E7-17979A7FBD75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="" xmlns:a16="http://schemas.microsoft.com/office/drawing/2014/main" id="{F2607AC3-2220-4DDA-A22A-C404538F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="" xmlns:a16="http://schemas.microsoft.com/office/drawing/2014/main" id="{6FD8DEB3-F122-4B42-9E12-F61189B8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03276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E789EF5-3FD9-4423-A9E8-B67B4E902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030D7191-31B4-440E-A4E9-F412FA558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CD5CFD7-B49D-4B10-8EA3-A285AD2A605F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="" xmlns:a16="http://schemas.microsoft.com/office/drawing/2014/main" id="{8EC85CB6-0880-4BF0-8E98-291E70C7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="" xmlns:a16="http://schemas.microsoft.com/office/drawing/2014/main" id="{BE4A5E74-F26F-4C7A-BED1-6EE66C0B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9190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="" xmlns:a16="http://schemas.microsoft.com/office/drawing/2014/main" id="{F655C546-684A-45B9-8890-66DC55DF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B224B15-5D30-4E4C-8F83-05B8C13D4DDB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="" xmlns:a16="http://schemas.microsoft.com/office/drawing/2014/main" id="{4543EBDF-D696-42F7-B962-56F5FEE12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6789D77E-1675-4F9D-9113-B274CB0E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4602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D88E9C90-06AB-49B5-9970-F5791DE93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="" xmlns:a16="http://schemas.microsoft.com/office/drawing/2014/main" id="{EFFB0071-932D-4CA0-92FB-A6E75AC85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4" name="Marcador de posición de texto 3">
            <a:extLst>
              <a:ext uri="{FF2B5EF4-FFF2-40B4-BE49-F238E27FC236}">
                <a16:creationId xmlns="" xmlns:a16="http://schemas.microsoft.com/office/drawing/2014/main" id="{71C8D9F5-8B70-4BDD-9CB5-BBF87CF55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7989DE91-7A80-4682-9D32-2CD41DEF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7BD9BA1-E6FD-4A95-80AB-D864C087A0FC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7B9E2482-2E7D-4868-95A7-4A55B40FE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="" xmlns:a16="http://schemas.microsoft.com/office/drawing/2014/main" id="{1F4E84CF-C3E5-4475-84C7-21CBAC06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962625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=""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 smtClean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posición de texto 3">
            <a:extLst>
              <a:ext uri="{FF2B5EF4-FFF2-40B4-BE49-F238E27FC236}">
                <a16:creationId xmlns=""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1AAFC51-B778-437C-AF2E-CFBBBFE133F8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=""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367443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>
            <a:extLst>
              <a:ext uri="{FF2B5EF4-FFF2-40B4-BE49-F238E27FC236}">
                <a16:creationId xmlns="" xmlns:a16="http://schemas.microsoft.com/office/drawing/2014/main" id="{C9CEC732-0DE2-456B-92A1-84321C9BD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="" xmlns:a16="http://schemas.microsoft.com/office/drawing/2014/main" id="{DA816A5B-B156-4DC3-B18E-14F3E59A6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FDB0252E-67CD-4B33-849F-7B1449CF27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1749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07E9567B-DF5D-4470-94BE-7DF002E86266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DC620AD2-E3F8-48CB-8B72-B0945DF53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7490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10" name="Elipse 9">
            <a:extLst>
              <a:ext uri="{FF2B5EF4-FFF2-40B4-BE49-F238E27FC236}">
                <a16:creationId xmlns="" xmlns:a16="http://schemas.microsoft.com/office/drawing/2014/main" id="{5A5F3BCF-F6FD-4DFF-B0B4-9892C9389344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="" xmlns:a16="http://schemas.microsoft.com/office/drawing/2014/main" id="{D15DEFFD-817B-43EC-86F0-34DEA2BA5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i="1">
                <a:solidFill>
                  <a:schemeClr val="tx2">
                    <a:alpha val="70000"/>
                  </a:schemeClr>
                </a:solidFill>
              </a:defRPr>
            </a:lvl1pPr>
          </a:lstStyle>
          <a:p>
            <a:fld id="{82EE24B5-652C-4DB5-B7C3-B5BBEC1280B1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6410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</a:t>
            </a:fld>
            <a:endParaRPr lang="es-ES" noProof="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3339680" y="498763"/>
            <a:ext cx="4991520" cy="1376219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1431526" y="2542463"/>
            <a:ext cx="93474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C" sz="54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Gestión y Emprendimiento</a:t>
            </a:r>
            <a:endParaRPr lang="es-ES" sz="54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88677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2</a:t>
            </a:fld>
            <a:endParaRPr lang="es-ES" noProof="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302281" y="174530"/>
            <a:ext cx="3212195" cy="88563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/>
          <a:srcRect l="15682" t="20875" r="37349" b="11650"/>
          <a:stretch/>
        </p:blipFill>
        <p:spPr>
          <a:xfrm>
            <a:off x="2087419" y="1060169"/>
            <a:ext cx="6890328" cy="556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028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EC" dirty="0" smtClean="0"/>
              <a:t>Unidad 1</a:t>
            </a:r>
            <a:br>
              <a:rPr lang="es-EC" dirty="0" smtClean="0"/>
            </a:br>
            <a:r>
              <a:rPr lang="es-EC" dirty="0" smtClean="0"/>
              <a:t/>
            </a:r>
            <a:br>
              <a:rPr lang="es-EC" dirty="0" smtClean="0"/>
            </a:br>
            <a:r>
              <a:rPr lang="es-EC" dirty="0" smtClean="0"/>
              <a:t> PERFIL DEL PROYECTO</a:t>
            </a:r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3</a:t>
            </a:fld>
            <a:endParaRPr lang="es-ES" noProof="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302281" y="174530"/>
            <a:ext cx="3212195" cy="885639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/>
          <a:srcRect l="13787" t="35421" r="35758" b="10842"/>
          <a:stretch/>
        </p:blipFill>
        <p:spPr>
          <a:xfrm>
            <a:off x="2022763" y="1801091"/>
            <a:ext cx="7656946" cy="458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926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4</a:t>
            </a:fld>
            <a:endParaRPr lang="es-ES" noProof="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l="13485" t="28417" r="36667" b="26868"/>
          <a:stretch/>
        </p:blipFill>
        <p:spPr>
          <a:xfrm>
            <a:off x="1108363" y="1052944"/>
            <a:ext cx="9464103" cy="477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867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5</a:t>
            </a:fld>
            <a:endParaRPr lang="es-ES" noProof="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14622" t="46061" r="36212" b="26869"/>
          <a:stretch/>
        </p:blipFill>
        <p:spPr>
          <a:xfrm>
            <a:off x="643742" y="1431637"/>
            <a:ext cx="10676593" cy="330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942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6</a:t>
            </a:fld>
            <a:endParaRPr lang="es-ES" noProof="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l="15303" t="18720" r="40303" b="6262"/>
          <a:stretch/>
        </p:blipFill>
        <p:spPr>
          <a:xfrm>
            <a:off x="2586182" y="498763"/>
            <a:ext cx="6428509" cy="61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022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7</a:t>
            </a:fld>
            <a:endParaRPr lang="es-ES" noProof="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14697" t="56566" r="37045" b="17575"/>
          <a:stretch/>
        </p:blipFill>
        <p:spPr>
          <a:xfrm>
            <a:off x="2043694" y="1884217"/>
            <a:ext cx="8365689" cy="252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78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8</a:t>
            </a:fld>
            <a:endParaRPr lang="es-ES" noProof="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14546" t="37845" r="38863" b="7206"/>
          <a:stretch/>
        </p:blipFill>
        <p:spPr>
          <a:xfrm>
            <a:off x="1976583" y="720436"/>
            <a:ext cx="8044872" cy="533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784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9</a:t>
            </a:fld>
            <a:endParaRPr lang="es-ES" noProof="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15001" t="27475" r="39924" b="12727"/>
          <a:stretch/>
        </p:blipFill>
        <p:spPr>
          <a:xfrm>
            <a:off x="1764144" y="642571"/>
            <a:ext cx="8719127" cy="650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298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10</a:t>
            </a:fld>
            <a:endParaRPr lang="es-ES" noProof="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302281" y="174530"/>
            <a:ext cx="3212195" cy="885639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3"/>
          <a:srcRect l="13712" t="20202" r="43258" b="12054"/>
          <a:stretch/>
        </p:blipFill>
        <p:spPr>
          <a:xfrm>
            <a:off x="3273086" y="1161770"/>
            <a:ext cx="6208080" cy="549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24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11</a:t>
            </a:fld>
            <a:endParaRPr lang="es-ES" noProof="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l="15076" t="29360" r="38712" b="13939"/>
          <a:stretch/>
        </p:blipFill>
        <p:spPr>
          <a:xfrm>
            <a:off x="1948873" y="858982"/>
            <a:ext cx="7712363" cy="5322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65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12</a:t>
            </a:fld>
            <a:endParaRPr lang="es-ES" noProof="0" dirty="0"/>
          </a:p>
        </p:txBody>
      </p:sp>
      <p:pic>
        <p:nvPicPr>
          <p:cNvPr id="7" name="Marcador de contenido 6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180" t="17478" r="38896" b="21177"/>
          <a:stretch/>
        </p:blipFill>
        <p:spPr>
          <a:xfrm>
            <a:off x="2610505" y="914400"/>
            <a:ext cx="6644332" cy="488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50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13</a:t>
            </a:fld>
            <a:endParaRPr lang="es-ES" noProof="0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2"/>
          <a:srcRect l="14318" t="34613" r="37197" b="39124"/>
          <a:stretch/>
        </p:blipFill>
        <p:spPr>
          <a:xfrm>
            <a:off x="794915" y="1708726"/>
            <a:ext cx="10852487" cy="330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427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14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14849" t="20875" r="36818" b="8149"/>
          <a:stretch/>
        </p:blipFill>
        <p:spPr>
          <a:xfrm>
            <a:off x="2087419" y="544944"/>
            <a:ext cx="7453745" cy="615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901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15</a:t>
            </a:fld>
            <a:endParaRPr lang="es-ES" noProof="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15682" t="37576" r="39848" b="13535"/>
          <a:stretch/>
        </p:blipFill>
        <p:spPr>
          <a:xfrm>
            <a:off x="1616363" y="862755"/>
            <a:ext cx="8885383" cy="549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442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16</a:t>
            </a:fld>
            <a:endParaRPr lang="es-ES" noProof="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14849" t="25590" r="38712" b="9765"/>
          <a:stretch/>
        </p:blipFill>
        <p:spPr>
          <a:xfrm>
            <a:off x="2198254" y="523655"/>
            <a:ext cx="7564582" cy="592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809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81283"/>
            <a:ext cx="10515600" cy="419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s-EC" sz="1800" dirty="0" smtClean="0"/>
          </a:p>
          <a:p>
            <a:endParaRPr lang="es-EC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17</a:t>
            </a:fld>
            <a:endParaRPr lang="es-ES" noProof="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302281" y="174530"/>
            <a:ext cx="3212195" cy="885639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/>
          <a:srcRect l="12803" t="24647" r="37349" b="23098"/>
          <a:stretch/>
        </p:blipFill>
        <p:spPr>
          <a:xfrm>
            <a:off x="1560944" y="1690254"/>
            <a:ext cx="7712365" cy="454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024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18</a:t>
            </a:fld>
            <a:endParaRPr lang="es-ES" noProof="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302281" y="174530"/>
            <a:ext cx="3212195" cy="88563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l="13409" t="19124" r="35682" b="33064"/>
          <a:stretch/>
        </p:blipFill>
        <p:spPr>
          <a:xfrm>
            <a:off x="1385454" y="1492066"/>
            <a:ext cx="8864412" cy="468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970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19</a:t>
            </a:fld>
            <a:endParaRPr lang="es-ES" noProof="0" dirty="0"/>
          </a:p>
        </p:txBody>
      </p:sp>
      <p:sp>
        <p:nvSpPr>
          <p:cNvPr id="5" name="Rectángulo 4"/>
          <p:cNvSpPr/>
          <p:nvPr/>
        </p:nvSpPr>
        <p:spPr>
          <a:xfrm>
            <a:off x="1699491" y="1526509"/>
            <a:ext cx="8183418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800" b="1" dirty="0" smtClean="0"/>
              <a:t>Amortización: </a:t>
            </a:r>
            <a:r>
              <a:rPr lang="es-ES" sz="2800" b="1" dirty="0"/>
              <a:t>C</a:t>
            </a:r>
            <a:r>
              <a:rPr lang="es-ES" sz="2800" b="1" dirty="0" smtClean="0"/>
              <a:t>osto </a:t>
            </a:r>
            <a:r>
              <a:rPr lang="es-ES" sz="2800" b="1" dirty="0"/>
              <a:t>de un activo intangible a lo largo de su vida útil. </a:t>
            </a:r>
            <a:endParaRPr lang="es-ES" sz="2800" b="1" dirty="0" smtClean="0"/>
          </a:p>
          <a:p>
            <a:pPr>
              <a:lnSpc>
                <a:spcPct val="150000"/>
              </a:lnSpc>
            </a:pPr>
            <a:r>
              <a:rPr lang="es-ES" sz="2800" b="1" dirty="0" smtClean="0"/>
              <a:t>Depreciación </a:t>
            </a:r>
            <a:r>
              <a:rPr lang="es-ES" sz="2800" b="1" dirty="0"/>
              <a:t>es el costo o gasto de un activo a lo largo de su vida útil</a:t>
            </a:r>
            <a:r>
              <a:rPr lang="es-ES" sz="2800" b="1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s-ES" sz="2800" dirty="0"/>
              <a:t>La depreciación se centra exclusivamente en los activos fijos. La amortización se enfoca a los bienes intangibles y diferidos.</a:t>
            </a:r>
            <a:endParaRPr lang="es-EC" sz="2800" b="1" dirty="0"/>
          </a:p>
        </p:txBody>
      </p:sp>
    </p:spTree>
    <p:extLst>
      <p:ext uri="{BB962C8B-B14F-4D97-AF65-F5344CB8AC3E}">
        <p14:creationId xmlns:p14="http://schemas.microsoft.com/office/powerpoint/2010/main" val="1178956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20</a:t>
            </a:fld>
            <a:endParaRPr lang="es-ES" noProof="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14318" t="19124" r="36743" b="12727"/>
          <a:stretch/>
        </p:blipFill>
        <p:spPr>
          <a:xfrm>
            <a:off x="1884218" y="490844"/>
            <a:ext cx="7592291" cy="5946902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2207491" y="4516582"/>
            <a:ext cx="6613236" cy="2493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312786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21</a:t>
            </a:fld>
            <a:endParaRPr lang="es-ES" noProof="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15833" t="31784" r="38030" b="18114"/>
          <a:stretch/>
        </p:blipFill>
        <p:spPr>
          <a:xfrm>
            <a:off x="1838036" y="591355"/>
            <a:ext cx="8331200" cy="508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4660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22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15303" t="34345" r="39394" b="24443"/>
          <a:stretch/>
        </p:blipFill>
        <p:spPr>
          <a:xfrm>
            <a:off x="1607127" y="1330035"/>
            <a:ext cx="8377382" cy="428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120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23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14622" t="22761" r="36060" b="11246"/>
          <a:stretch/>
        </p:blipFill>
        <p:spPr>
          <a:xfrm>
            <a:off x="1921164" y="663691"/>
            <a:ext cx="7564582" cy="569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8570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24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14318" t="27475" r="36894" b="13535"/>
          <a:stretch/>
        </p:blipFill>
        <p:spPr>
          <a:xfrm>
            <a:off x="1597890" y="622502"/>
            <a:ext cx="8700655" cy="591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0846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658" t="29366" r="34717" b="16507"/>
          <a:stretch/>
        </p:blipFill>
        <p:spPr>
          <a:xfrm>
            <a:off x="1976581" y="674254"/>
            <a:ext cx="8154947" cy="4904510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25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0753852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26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13940" t="29899" r="34621" b="26733"/>
          <a:stretch/>
        </p:blipFill>
        <p:spPr>
          <a:xfrm>
            <a:off x="1256146" y="1154546"/>
            <a:ext cx="9245600" cy="438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2456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Custom 30">
      <a:dk1>
        <a:sysClr val="windowText" lastClr="000000"/>
      </a:dk1>
      <a:lt1>
        <a:sysClr val="window" lastClr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Custom 25">
      <a:majorFont>
        <a:latin typeface="Gill Sans MT"/>
        <a:ea typeface=""/>
        <a:cs typeface=""/>
      </a:majorFont>
      <a:minorFont>
        <a:latin typeface="Arial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34309238_TF23188392" id="{F1A4FF75-0337-499B-B5AB-B2509398CEA7}" vid="{0D7670FE-5D26-47F2-BB16-139DDA547B53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FDD087A-3273-4D74-8700-4C8E2BE507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71946EF-A3EA-4ECB-8D9A-56C36FFF4075}">
  <ds:schemaRefs>
    <ds:schemaRef ds:uri="http://purl.org/dc/terms/"/>
    <ds:schemaRef ds:uri="16c05727-aa75-4e4a-9b5f-8a80a1165891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71af3243-3dd4-4a8d-8c0d-dd76da1f02a5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2DAF9E5-DED4-4A50-A81B-4CC218A03F2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servicios profesionales</Template>
  <TotalTime>0</TotalTime>
  <Words>73</Words>
  <Application>Microsoft Office PowerPoint</Application>
  <PresentationFormat>Panorámica</PresentationFormat>
  <Paragraphs>31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1" baseType="lpstr">
      <vt:lpstr>Arial</vt:lpstr>
      <vt:lpstr>Arial </vt:lpstr>
      <vt:lpstr>Calibri</vt:lpstr>
      <vt:lpstr>Gill Sans MT</vt:lpstr>
      <vt:lpstr>Tema de Office</vt:lpstr>
      <vt:lpstr>Presentación de PowerPoint</vt:lpstr>
      <vt:lpstr>Presentación de PowerPoint</vt:lpstr>
      <vt:lpstr>Unidad 1   PERFIL DEL PROYECTO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2023-03-29T14:43:17Z</dcterms:created>
  <dcterms:modified xsi:type="dcterms:W3CDTF">2024-03-22T12:49:22Z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