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5" autoAdjust="0"/>
    <p:restoredTop sz="94660"/>
  </p:normalViewPr>
  <p:slideViewPr>
    <p:cSldViewPr snapToGrid="0">
      <p:cViewPr varScale="1">
        <p:scale>
          <a:sx n="43" d="100"/>
          <a:sy n="43" d="100"/>
        </p:scale>
        <p:origin x="1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C"/>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C"/>
          </a:p>
        </p:txBody>
      </p:sp>
      <p:sp>
        <p:nvSpPr>
          <p:cNvPr id="4" name="Marcador de fecha 3"/>
          <p:cNvSpPr>
            <a:spLocks noGrp="1"/>
          </p:cNvSpPr>
          <p:nvPr>
            <p:ph type="dt" sz="half" idx="10"/>
          </p:nvPr>
        </p:nvSpPr>
        <p:spPr/>
        <p:txBody>
          <a:bodyPr/>
          <a:lstStyle/>
          <a:p>
            <a:fld id="{C871F632-D6DF-4BBB-8248-F8ACA0D86C51}" type="datetimeFigureOut">
              <a:rPr lang="es-EC" smtClean="0"/>
              <a:t>12/12/2023</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723560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10"/>
          </p:nvPr>
        </p:nvSpPr>
        <p:spPr/>
        <p:txBody>
          <a:bodyPr/>
          <a:lstStyle/>
          <a:p>
            <a:fld id="{C871F632-D6DF-4BBB-8248-F8ACA0D86C51}" type="datetimeFigureOut">
              <a:rPr lang="es-EC" smtClean="0"/>
              <a:t>12/12/2023</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131782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C"/>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C871F632-D6DF-4BBB-8248-F8ACA0D86C51}" type="datetimeFigureOut">
              <a:rPr lang="es-EC" smtClean="0"/>
              <a:t>12/12/2023</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4161794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5" name="Marcador de fecha 4"/>
          <p:cNvSpPr>
            <a:spLocks noGrp="1"/>
          </p:cNvSpPr>
          <p:nvPr>
            <p:ph type="dt" sz="half" idx="10"/>
          </p:nvPr>
        </p:nvSpPr>
        <p:spPr/>
        <p:txBody>
          <a:bodyPr/>
          <a:lstStyle/>
          <a:p>
            <a:fld id="{C871F632-D6DF-4BBB-8248-F8ACA0D86C51}" type="datetimeFigureOut">
              <a:rPr lang="es-EC" smtClean="0"/>
              <a:t>12/12/2023</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26110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C"/>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7" name="Marcador de fecha 6"/>
          <p:cNvSpPr>
            <a:spLocks noGrp="1"/>
          </p:cNvSpPr>
          <p:nvPr>
            <p:ph type="dt" sz="half" idx="10"/>
          </p:nvPr>
        </p:nvSpPr>
        <p:spPr/>
        <p:txBody>
          <a:bodyPr/>
          <a:lstStyle/>
          <a:p>
            <a:fld id="{C871F632-D6DF-4BBB-8248-F8ACA0D86C51}" type="datetimeFigureOut">
              <a:rPr lang="es-EC" smtClean="0"/>
              <a:t>12/12/2023</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3193368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fecha 2"/>
          <p:cNvSpPr>
            <a:spLocks noGrp="1"/>
          </p:cNvSpPr>
          <p:nvPr>
            <p:ph type="dt" sz="half" idx="10"/>
          </p:nvPr>
        </p:nvSpPr>
        <p:spPr/>
        <p:txBody>
          <a:bodyPr/>
          <a:lstStyle/>
          <a:p>
            <a:fld id="{C871F632-D6DF-4BBB-8248-F8ACA0D86C51}" type="datetimeFigureOut">
              <a:rPr lang="es-EC" smtClean="0"/>
              <a:t>12/12/2023</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3501905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871F632-D6DF-4BBB-8248-F8ACA0D86C51}" type="datetimeFigureOut">
              <a:rPr lang="es-EC" smtClean="0"/>
              <a:t>12/12/2023</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518322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C"/>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C871F632-D6DF-4BBB-8248-F8ACA0D86C51}" type="datetimeFigureOut">
              <a:rPr lang="es-EC" smtClean="0"/>
              <a:t>12/12/2023</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257512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C871F632-D6DF-4BBB-8248-F8ACA0D86C51}" type="datetimeFigureOut">
              <a:rPr lang="es-EC" smtClean="0"/>
              <a:t>12/12/2023</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442762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10"/>
          </p:nvPr>
        </p:nvSpPr>
        <p:spPr/>
        <p:txBody>
          <a:bodyPr/>
          <a:lstStyle/>
          <a:p>
            <a:fld id="{C871F632-D6DF-4BBB-8248-F8ACA0D86C51}" type="datetimeFigureOut">
              <a:rPr lang="es-EC" smtClean="0"/>
              <a:t>12/12/2023</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1543668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10"/>
          </p:nvPr>
        </p:nvSpPr>
        <p:spPr/>
        <p:txBody>
          <a:bodyPr/>
          <a:lstStyle/>
          <a:p>
            <a:fld id="{C871F632-D6DF-4BBB-8248-F8ACA0D86C51}" type="datetimeFigureOut">
              <a:rPr lang="es-EC" smtClean="0"/>
              <a:t>12/12/2023</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D0067EEF-959E-4E41-A476-61701D22B117}" type="slidenum">
              <a:rPr lang="es-EC" smtClean="0"/>
              <a:t>‹Nº›</a:t>
            </a:fld>
            <a:endParaRPr lang="es-EC"/>
          </a:p>
        </p:txBody>
      </p:sp>
    </p:spTree>
    <p:extLst>
      <p:ext uri="{BB962C8B-B14F-4D97-AF65-F5344CB8AC3E}">
        <p14:creationId xmlns:p14="http://schemas.microsoft.com/office/powerpoint/2010/main" val="1269556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71F632-D6DF-4BBB-8248-F8ACA0D86C51}" type="datetimeFigureOut">
              <a:rPr lang="es-EC" smtClean="0"/>
              <a:t>12/12/2023</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067EEF-959E-4E41-A476-61701D22B117}" type="slidenum">
              <a:rPr lang="es-EC" smtClean="0"/>
              <a:t>‹Nº›</a:t>
            </a:fld>
            <a:endParaRPr lang="es-EC"/>
          </a:p>
        </p:txBody>
      </p:sp>
    </p:spTree>
    <p:extLst>
      <p:ext uri="{BB962C8B-B14F-4D97-AF65-F5344CB8AC3E}">
        <p14:creationId xmlns:p14="http://schemas.microsoft.com/office/powerpoint/2010/main" val="39281872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2"/>
          <p:cNvSpPr>
            <a:spLocks noGrp="1"/>
          </p:cNvSpPr>
          <p:nvPr>
            <p:ph type="ctrTitle"/>
          </p:nvPr>
        </p:nvSpPr>
        <p:spPr>
          <a:xfrm>
            <a:off x="1299148" y="687648"/>
            <a:ext cx="9144000" cy="5503289"/>
          </a:xfrm>
        </p:spPr>
        <p:txBody>
          <a:bodyPr>
            <a:normAutofit/>
          </a:bodyPr>
          <a:lstStyle/>
          <a:p>
            <a:pPr algn="just"/>
            <a:r>
              <a:rPr lang="es-ES" sz="2800" dirty="0" smtClean="0">
                <a:solidFill>
                  <a:schemeClr val="tx1"/>
                </a:solidFill>
              </a:rPr>
              <a:t>Ejercicio:</a:t>
            </a:r>
          </a:p>
          <a:p>
            <a:pPr algn="just"/>
            <a:endParaRPr lang="es-ES" sz="2800" dirty="0" smtClean="0">
              <a:solidFill>
                <a:schemeClr val="tx1"/>
              </a:solidFill>
            </a:endParaRPr>
          </a:p>
          <a:p>
            <a:pPr algn="just"/>
            <a:r>
              <a:rPr lang="es-ES" sz="2800" dirty="0" smtClean="0">
                <a:solidFill>
                  <a:schemeClr val="tx1"/>
                </a:solidFill>
              </a:rPr>
              <a:t>Según Bill </a:t>
            </a:r>
            <a:r>
              <a:rPr lang="es-ES" sz="2800" dirty="0" err="1" smtClean="0">
                <a:solidFill>
                  <a:schemeClr val="tx1"/>
                </a:solidFill>
              </a:rPr>
              <a:t>Burley</a:t>
            </a:r>
            <a:r>
              <a:rPr lang="es-ES" sz="2800" dirty="0" smtClean="0">
                <a:solidFill>
                  <a:schemeClr val="tx1"/>
                </a:solidFill>
              </a:rPr>
              <a:t>, </a:t>
            </a:r>
            <a:r>
              <a:rPr lang="es-ES" sz="2800" dirty="0" err="1" smtClean="0">
                <a:solidFill>
                  <a:schemeClr val="tx1"/>
                </a:solidFill>
              </a:rPr>
              <a:t>Silicon</a:t>
            </a:r>
            <a:r>
              <a:rPr lang="es-ES" sz="2800" dirty="0" smtClean="0">
                <a:solidFill>
                  <a:schemeClr val="tx1"/>
                </a:solidFill>
              </a:rPr>
              <a:t> Valley. El </a:t>
            </a:r>
            <a:r>
              <a:rPr lang="es-ES" sz="2800" dirty="0">
                <a:solidFill>
                  <a:schemeClr val="tx1"/>
                </a:solidFill>
              </a:rPr>
              <a:t>asunto no sólo es </a:t>
            </a:r>
            <a:r>
              <a:rPr lang="es-ES" sz="2800" dirty="0" smtClean="0">
                <a:solidFill>
                  <a:schemeClr val="tx1"/>
                </a:solidFill>
              </a:rPr>
              <a:t>planificar, </a:t>
            </a:r>
            <a:r>
              <a:rPr lang="es-ES" sz="2800" dirty="0">
                <a:solidFill>
                  <a:schemeClr val="tx1"/>
                </a:solidFill>
              </a:rPr>
              <a:t>sino también interpretar los datos que encontramos en la realidad. Hay que cuidarnos de la falsa seguridad que ofrecen los datos </a:t>
            </a:r>
            <a:r>
              <a:rPr lang="es-ES" sz="2800" dirty="0" smtClean="0">
                <a:solidFill>
                  <a:schemeClr val="tx1"/>
                </a:solidFill>
              </a:rPr>
              <a:t>duros</a:t>
            </a:r>
            <a:r>
              <a:rPr lang="es-ES" sz="2800" dirty="0">
                <a:solidFill>
                  <a:schemeClr val="tx1"/>
                </a:solidFill>
              </a:rPr>
              <a:t>.</a:t>
            </a:r>
            <a:endParaRPr lang="es-ES" sz="2800" dirty="0" smtClean="0">
              <a:solidFill>
                <a:schemeClr val="tx1"/>
              </a:solidFill>
            </a:endParaRPr>
          </a:p>
          <a:p>
            <a:pPr algn="just"/>
            <a:endParaRPr lang="es-ES" sz="2800" dirty="0">
              <a:solidFill>
                <a:schemeClr val="tx1"/>
              </a:solidFill>
            </a:endParaRPr>
          </a:p>
          <a:p>
            <a:pPr algn="just"/>
            <a:r>
              <a:rPr lang="es-ES" sz="2800" dirty="0" smtClean="0">
                <a:solidFill>
                  <a:schemeClr val="tx1"/>
                </a:solidFill>
              </a:rPr>
              <a:t>Existe </a:t>
            </a:r>
            <a:r>
              <a:rPr lang="es-ES" sz="2800" dirty="0">
                <a:solidFill>
                  <a:schemeClr val="tx1"/>
                </a:solidFill>
              </a:rPr>
              <a:t>una historia acerca de dos vendedores europeos de zapatos que fueron a una parte remota de África para estudiar el potencial de ventas. El primero reportó que en vista de que no usaban zapatos, el potencial de ventas era cero. El segundo reportó que en vista de que no usaban zapatos, el potencial de ventas era infinito. Ambos tenían los mismos datos, pero cada uno los vieron de modo diferente. </a:t>
            </a:r>
            <a:endParaRPr lang="es-EC" sz="2800" dirty="0">
              <a:solidFill>
                <a:schemeClr val="tx1"/>
              </a:solidFill>
            </a:endParaRPr>
          </a:p>
        </p:txBody>
      </p:sp>
    </p:spTree>
    <p:extLst>
      <p:ext uri="{BB962C8B-B14F-4D97-AF65-F5344CB8AC3E}">
        <p14:creationId xmlns:p14="http://schemas.microsoft.com/office/powerpoint/2010/main" val="27385969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Words>
  <Application>Microsoft Office PowerPoint</Application>
  <PresentationFormat>Panorámica</PresentationFormat>
  <Paragraphs>5</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Calibri Light</vt:lpstr>
      <vt:lpstr>Tema de Office</vt:lpstr>
      <vt:lpstr>Ejercicio:  Según Bill Burley, Silicon Valley. El asunto no sólo es planificar, sino también interpretar los datos que encontramos en la realidad. Hay que cuidarnos de la falsa seguridad que ofrecen los datos duros.  Existe una historia acerca de dos vendedores europeos de zapatos que fueron a una parte remota de África para estudiar el potencial de ventas. El primero reportó que en vista de que no usaban zapatos, el potencial de ventas era cero. El segundo reportó que en vista de que no usaban zapatos, el potencial de ventas era infinito. Ambos tenían los mismos datos, pero cada uno los vieron de modo diferente.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Ejercicio:  Según Bill Burley, Silicon Valley. El asunto no sólo es planificar, sino también interpretar los datos que encontramos en la realidad. Hay que cuidarnos de la falsa seguridad que ofrecen los datos duros.  Existe una historia acerca de dos vendedores europeos de zapatos que fueron a una parte remota de África para estudiar el potencial de ventas. El primero reportó que en vista de que no usaban zapatos, el potencial de ventas era cero. El segundo reportó que en vista de que no usaban zapatos, el potencial de ventas era infinito. Ambos tenían los mismos datos, pero cada uno los vieron de modo diferente. </dc:title>
  <dc:creator>Cuenta Microsoft</dc:creator>
  <cp:lastModifiedBy>Cuenta Microsoft</cp:lastModifiedBy>
  <cp:revision>1</cp:revision>
  <dcterms:created xsi:type="dcterms:W3CDTF">2023-12-12T18:21:25Z</dcterms:created>
  <dcterms:modified xsi:type="dcterms:W3CDTF">2023-12-12T18:21:42Z</dcterms:modified>
</cp:coreProperties>
</file>