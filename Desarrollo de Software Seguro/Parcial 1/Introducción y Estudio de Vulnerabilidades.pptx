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21"/>
  </p:notesMasterIdLst>
  <p:handoutMasterIdLst>
    <p:handoutMasterId r:id="rId22"/>
  </p:handoutMasterIdLst>
  <p:sldIdLst>
    <p:sldId id="278" r:id="rId5"/>
    <p:sldId id="279" r:id="rId6"/>
    <p:sldId id="280" r:id="rId7"/>
    <p:sldId id="286" r:id="rId8"/>
    <p:sldId id="287" r:id="rId9"/>
    <p:sldId id="281" r:id="rId10"/>
    <p:sldId id="288" r:id="rId11"/>
    <p:sldId id="289" r:id="rId12"/>
    <p:sldId id="282" r:id="rId13"/>
    <p:sldId id="290" r:id="rId14"/>
    <p:sldId id="291" r:id="rId15"/>
    <p:sldId id="292" r:id="rId16"/>
    <p:sldId id="293" r:id="rId17"/>
    <p:sldId id="283" r:id="rId18"/>
    <p:sldId id="284" r:id="rId19"/>
    <p:sldId id="285" r:id="rId20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5.svg"/><Relationship Id="rId4" Type="http://schemas.openxmlformats.org/officeDocument/2006/relationships/image" Target="../media/image16.svg"/><Relationship Id="rId9" Type="http://schemas.openxmlformats.org/officeDocument/2006/relationships/image" Target="../media/image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5.svg"/><Relationship Id="rId4" Type="http://schemas.openxmlformats.org/officeDocument/2006/relationships/image" Target="../media/image16.svg"/><Relationship Id="rId9" Type="http://schemas.openxmlformats.org/officeDocument/2006/relationships/image" Target="../media/image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C739ED-0845-4B6E-9E18-E90BA80E009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187A6B9-8A40-44B9-9368-9646F239B6D1}">
      <dgm:prSet/>
      <dgm:spPr/>
      <dgm:t>
        <a:bodyPr/>
        <a:lstStyle/>
        <a:p>
          <a:pPr>
            <a:defRPr cap="all"/>
          </a:pPr>
          <a:r>
            <a:rPr lang="es-419" b="1"/>
            <a:t>Proteger la información sensible</a:t>
          </a:r>
          <a:r>
            <a:rPr lang="es-419"/>
            <a:t>.</a:t>
          </a:r>
          <a:endParaRPr lang="en-US"/>
        </a:p>
      </dgm:t>
    </dgm:pt>
    <dgm:pt modelId="{46BA03C6-B3CE-47BC-8EB8-2042B4CCCEA7}" type="parTrans" cxnId="{C6471297-1B7E-460E-A8D7-155BC2385D02}">
      <dgm:prSet/>
      <dgm:spPr/>
      <dgm:t>
        <a:bodyPr/>
        <a:lstStyle/>
        <a:p>
          <a:endParaRPr lang="en-US"/>
        </a:p>
      </dgm:t>
    </dgm:pt>
    <dgm:pt modelId="{BF86359E-3199-4CA5-854E-325FBC4A75B6}" type="sibTrans" cxnId="{C6471297-1B7E-460E-A8D7-155BC2385D02}">
      <dgm:prSet/>
      <dgm:spPr/>
      <dgm:t>
        <a:bodyPr/>
        <a:lstStyle/>
        <a:p>
          <a:endParaRPr lang="en-US"/>
        </a:p>
      </dgm:t>
    </dgm:pt>
    <dgm:pt modelId="{6741DA6D-1982-4E9D-8984-4B8C90EC6450}">
      <dgm:prSet/>
      <dgm:spPr/>
      <dgm:t>
        <a:bodyPr/>
        <a:lstStyle/>
        <a:p>
          <a:pPr>
            <a:defRPr cap="all"/>
          </a:pPr>
          <a:r>
            <a:rPr lang="es-419" b="1"/>
            <a:t>Evitar accesos no autorizados</a:t>
          </a:r>
          <a:r>
            <a:rPr lang="es-419"/>
            <a:t>.</a:t>
          </a:r>
          <a:endParaRPr lang="en-US"/>
        </a:p>
      </dgm:t>
    </dgm:pt>
    <dgm:pt modelId="{0EDB39E9-425C-4DBA-A063-6A0BB6187700}" type="parTrans" cxnId="{9B61DC38-7897-44AC-9B0D-AC7EC1BF6B93}">
      <dgm:prSet/>
      <dgm:spPr/>
      <dgm:t>
        <a:bodyPr/>
        <a:lstStyle/>
        <a:p>
          <a:endParaRPr lang="en-US"/>
        </a:p>
      </dgm:t>
    </dgm:pt>
    <dgm:pt modelId="{C8C8FB6F-EEAA-4DF2-B59F-FCCF9B838DFD}" type="sibTrans" cxnId="{9B61DC38-7897-44AC-9B0D-AC7EC1BF6B93}">
      <dgm:prSet/>
      <dgm:spPr/>
      <dgm:t>
        <a:bodyPr/>
        <a:lstStyle/>
        <a:p>
          <a:endParaRPr lang="en-US"/>
        </a:p>
      </dgm:t>
    </dgm:pt>
    <dgm:pt modelId="{D91FDC41-835E-40F6-95DE-E960C87D79A6}">
      <dgm:prSet/>
      <dgm:spPr/>
      <dgm:t>
        <a:bodyPr/>
        <a:lstStyle/>
        <a:p>
          <a:pPr>
            <a:defRPr cap="all"/>
          </a:pPr>
          <a:r>
            <a:rPr lang="es-419" b="1"/>
            <a:t>Garantizar la integridad y disponibilidad</a:t>
          </a:r>
          <a:r>
            <a:rPr lang="es-419"/>
            <a:t> del sistema.</a:t>
          </a:r>
          <a:endParaRPr lang="en-US"/>
        </a:p>
      </dgm:t>
    </dgm:pt>
    <dgm:pt modelId="{DC0BD6C0-6894-4A40-9BB6-238D8BF82907}" type="parTrans" cxnId="{9DF9EE34-EC94-41AC-9D64-EAD44F710EFE}">
      <dgm:prSet/>
      <dgm:spPr/>
      <dgm:t>
        <a:bodyPr/>
        <a:lstStyle/>
        <a:p>
          <a:endParaRPr lang="en-US"/>
        </a:p>
      </dgm:t>
    </dgm:pt>
    <dgm:pt modelId="{AD137E31-B240-4B73-B3B2-FBD4C06F13A7}" type="sibTrans" cxnId="{9DF9EE34-EC94-41AC-9D64-EAD44F710EFE}">
      <dgm:prSet/>
      <dgm:spPr/>
      <dgm:t>
        <a:bodyPr/>
        <a:lstStyle/>
        <a:p>
          <a:endParaRPr lang="en-US"/>
        </a:p>
      </dgm:t>
    </dgm:pt>
    <dgm:pt modelId="{D085571A-3A3E-4DD4-AC4B-267E1E22EFB5}" type="pres">
      <dgm:prSet presAssocID="{54C739ED-0845-4B6E-9E18-E90BA80E0090}" presName="root" presStyleCnt="0">
        <dgm:presLayoutVars>
          <dgm:dir/>
          <dgm:resizeHandles val="exact"/>
        </dgm:presLayoutVars>
      </dgm:prSet>
      <dgm:spPr/>
    </dgm:pt>
    <dgm:pt modelId="{9367AF8D-AD2B-48D2-B823-AD8B8DA1B547}" type="pres">
      <dgm:prSet presAssocID="{A187A6B9-8A40-44B9-9368-9646F239B6D1}" presName="compNode" presStyleCnt="0"/>
      <dgm:spPr/>
    </dgm:pt>
    <dgm:pt modelId="{7481AF5E-97EA-4915-B95E-BEB63CC00FFB}" type="pres">
      <dgm:prSet presAssocID="{A187A6B9-8A40-44B9-9368-9646F239B6D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3BA28DD-977D-48E7-9EB6-89C70CBA2950}" type="pres">
      <dgm:prSet presAssocID="{A187A6B9-8A40-44B9-9368-9646F239B6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484539CC-B32B-43A7-82A9-5C900EE68046}" type="pres">
      <dgm:prSet presAssocID="{A187A6B9-8A40-44B9-9368-9646F239B6D1}" presName="spaceRect" presStyleCnt="0"/>
      <dgm:spPr/>
    </dgm:pt>
    <dgm:pt modelId="{895B5CA6-D96C-4640-8DB4-37F8389AEC9E}" type="pres">
      <dgm:prSet presAssocID="{A187A6B9-8A40-44B9-9368-9646F239B6D1}" presName="textRect" presStyleLbl="revTx" presStyleIdx="0" presStyleCnt="3">
        <dgm:presLayoutVars>
          <dgm:chMax val="1"/>
          <dgm:chPref val="1"/>
        </dgm:presLayoutVars>
      </dgm:prSet>
      <dgm:spPr/>
    </dgm:pt>
    <dgm:pt modelId="{41464CC9-6489-4529-B3FC-7C82AAC2EFF2}" type="pres">
      <dgm:prSet presAssocID="{BF86359E-3199-4CA5-854E-325FBC4A75B6}" presName="sibTrans" presStyleCnt="0"/>
      <dgm:spPr/>
    </dgm:pt>
    <dgm:pt modelId="{E6735AD9-7E78-4063-A5B5-E40C2EFBCD15}" type="pres">
      <dgm:prSet presAssocID="{6741DA6D-1982-4E9D-8984-4B8C90EC6450}" presName="compNode" presStyleCnt="0"/>
      <dgm:spPr/>
    </dgm:pt>
    <dgm:pt modelId="{B3E3FD0C-F544-494A-B824-F3C2C34F1257}" type="pres">
      <dgm:prSet presAssocID="{6741DA6D-1982-4E9D-8984-4B8C90EC645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94D2750-876A-4F75-971E-4644E3440A0F}" type="pres">
      <dgm:prSet presAssocID="{6741DA6D-1982-4E9D-8984-4B8C90EC64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7E0B8579-5169-4D11-85ED-E40BA0B24D79}" type="pres">
      <dgm:prSet presAssocID="{6741DA6D-1982-4E9D-8984-4B8C90EC6450}" presName="spaceRect" presStyleCnt="0"/>
      <dgm:spPr/>
    </dgm:pt>
    <dgm:pt modelId="{BF9E04AD-DF60-4B0F-9A6A-D71EF77C9276}" type="pres">
      <dgm:prSet presAssocID="{6741DA6D-1982-4E9D-8984-4B8C90EC6450}" presName="textRect" presStyleLbl="revTx" presStyleIdx="1" presStyleCnt="3">
        <dgm:presLayoutVars>
          <dgm:chMax val="1"/>
          <dgm:chPref val="1"/>
        </dgm:presLayoutVars>
      </dgm:prSet>
      <dgm:spPr/>
    </dgm:pt>
    <dgm:pt modelId="{62285277-89A9-49EC-9830-D0000EBA91E3}" type="pres">
      <dgm:prSet presAssocID="{C8C8FB6F-EEAA-4DF2-B59F-FCCF9B838DFD}" presName="sibTrans" presStyleCnt="0"/>
      <dgm:spPr/>
    </dgm:pt>
    <dgm:pt modelId="{447C71B2-08A9-4A67-BB5F-9A17AA33526F}" type="pres">
      <dgm:prSet presAssocID="{D91FDC41-835E-40F6-95DE-E960C87D79A6}" presName="compNode" presStyleCnt="0"/>
      <dgm:spPr/>
    </dgm:pt>
    <dgm:pt modelId="{350A1378-C95B-4228-8CF6-51FBBB09693D}" type="pres">
      <dgm:prSet presAssocID="{D91FDC41-835E-40F6-95DE-E960C87D79A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047BF0A-2FDD-469D-A5A4-1531CB7A5CF4}" type="pres">
      <dgm:prSet presAssocID="{D91FDC41-835E-40F6-95DE-E960C87D79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C532DD6-7239-4E9B-824F-C805FBCC09D9}" type="pres">
      <dgm:prSet presAssocID="{D91FDC41-835E-40F6-95DE-E960C87D79A6}" presName="spaceRect" presStyleCnt="0"/>
      <dgm:spPr/>
    </dgm:pt>
    <dgm:pt modelId="{E82FC632-4CF0-4CC1-8C8B-653D398B44E5}" type="pres">
      <dgm:prSet presAssocID="{D91FDC41-835E-40F6-95DE-E960C87D79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0EE415-D710-414E-B7FD-27681A35435F}" type="presOf" srcId="{A187A6B9-8A40-44B9-9368-9646F239B6D1}" destId="{895B5CA6-D96C-4640-8DB4-37F8389AEC9E}" srcOrd="0" destOrd="0" presId="urn:microsoft.com/office/officeart/2018/5/layout/IconLeafLabelList"/>
    <dgm:cxn modelId="{9DF9EE34-EC94-41AC-9D64-EAD44F710EFE}" srcId="{54C739ED-0845-4B6E-9E18-E90BA80E0090}" destId="{D91FDC41-835E-40F6-95DE-E960C87D79A6}" srcOrd="2" destOrd="0" parTransId="{DC0BD6C0-6894-4A40-9BB6-238D8BF82907}" sibTransId="{AD137E31-B240-4B73-B3B2-FBD4C06F13A7}"/>
    <dgm:cxn modelId="{9B61DC38-7897-44AC-9B0D-AC7EC1BF6B93}" srcId="{54C739ED-0845-4B6E-9E18-E90BA80E0090}" destId="{6741DA6D-1982-4E9D-8984-4B8C90EC6450}" srcOrd="1" destOrd="0" parTransId="{0EDB39E9-425C-4DBA-A063-6A0BB6187700}" sibTransId="{C8C8FB6F-EEAA-4DF2-B59F-FCCF9B838DFD}"/>
    <dgm:cxn modelId="{C6471297-1B7E-460E-A8D7-155BC2385D02}" srcId="{54C739ED-0845-4B6E-9E18-E90BA80E0090}" destId="{A187A6B9-8A40-44B9-9368-9646F239B6D1}" srcOrd="0" destOrd="0" parTransId="{46BA03C6-B3CE-47BC-8EB8-2042B4CCCEA7}" sibTransId="{BF86359E-3199-4CA5-854E-325FBC4A75B6}"/>
    <dgm:cxn modelId="{1C7983AE-95D8-4C0A-BE08-1C422FB430D6}" type="presOf" srcId="{6741DA6D-1982-4E9D-8984-4B8C90EC6450}" destId="{BF9E04AD-DF60-4B0F-9A6A-D71EF77C9276}" srcOrd="0" destOrd="0" presId="urn:microsoft.com/office/officeart/2018/5/layout/IconLeafLabelList"/>
    <dgm:cxn modelId="{BB46FDEA-D68B-4668-8760-BA0BE6D67237}" type="presOf" srcId="{54C739ED-0845-4B6E-9E18-E90BA80E0090}" destId="{D085571A-3A3E-4DD4-AC4B-267E1E22EFB5}" srcOrd="0" destOrd="0" presId="urn:microsoft.com/office/officeart/2018/5/layout/IconLeafLabelList"/>
    <dgm:cxn modelId="{DED03AEE-9490-4046-8491-D578FCE2E24B}" type="presOf" srcId="{D91FDC41-835E-40F6-95DE-E960C87D79A6}" destId="{E82FC632-4CF0-4CC1-8C8B-653D398B44E5}" srcOrd="0" destOrd="0" presId="urn:microsoft.com/office/officeart/2018/5/layout/IconLeafLabelList"/>
    <dgm:cxn modelId="{F7D63F52-CECF-4202-9727-07522B05454D}" type="presParOf" srcId="{D085571A-3A3E-4DD4-AC4B-267E1E22EFB5}" destId="{9367AF8D-AD2B-48D2-B823-AD8B8DA1B547}" srcOrd="0" destOrd="0" presId="urn:microsoft.com/office/officeart/2018/5/layout/IconLeafLabelList"/>
    <dgm:cxn modelId="{67CF3DB9-A916-4B2B-B521-30585BA91B5C}" type="presParOf" srcId="{9367AF8D-AD2B-48D2-B823-AD8B8DA1B547}" destId="{7481AF5E-97EA-4915-B95E-BEB63CC00FFB}" srcOrd="0" destOrd="0" presId="urn:microsoft.com/office/officeart/2018/5/layout/IconLeafLabelList"/>
    <dgm:cxn modelId="{070B1210-FD39-4BB4-90E1-FE6E526E580D}" type="presParOf" srcId="{9367AF8D-AD2B-48D2-B823-AD8B8DA1B547}" destId="{23BA28DD-977D-48E7-9EB6-89C70CBA2950}" srcOrd="1" destOrd="0" presId="urn:microsoft.com/office/officeart/2018/5/layout/IconLeafLabelList"/>
    <dgm:cxn modelId="{3777BA69-E0CF-4C43-9539-0EC295FD835B}" type="presParOf" srcId="{9367AF8D-AD2B-48D2-B823-AD8B8DA1B547}" destId="{484539CC-B32B-43A7-82A9-5C900EE68046}" srcOrd="2" destOrd="0" presId="urn:microsoft.com/office/officeart/2018/5/layout/IconLeafLabelList"/>
    <dgm:cxn modelId="{9E17B11B-D5FC-4D0F-879A-ED8617920C3F}" type="presParOf" srcId="{9367AF8D-AD2B-48D2-B823-AD8B8DA1B547}" destId="{895B5CA6-D96C-4640-8DB4-37F8389AEC9E}" srcOrd="3" destOrd="0" presId="urn:microsoft.com/office/officeart/2018/5/layout/IconLeafLabelList"/>
    <dgm:cxn modelId="{88E9C2D5-186D-4445-8224-A2D2572BBCE9}" type="presParOf" srcId="{D085571A-3A3E-4DD4-AC4B-267E1E22EFB5}" destId="{41464CC9-6489-4529-B3FC-7C82AAC2EFF2}" srcOrd="1" destOrd="0" presId="urn:microsoft.com/office/officeart/2018/5/layout/IconLeafLabelList"/>
    <dgm:cxn modelId="{AB6E1F4E-40D6-434B-8F5C-6B9156CBD31C}" type="presParOf" srcId="{D085571A-3A3E-4DD4-AC4B-267E1E22EFB5}" destId="{E6735AD9-7E78-4063-A5B5-E40C2EFBCD15}" srcOrd="2" destOrd="0" presId="urn:microsoft.com/office/officeart/2018/5/layout/IconLeafLabelList"/>
    <dgm:cxn modelId="{B70856DB-C942-4F40-92C4-AC907087A595}" type="presParOf" srcId="{E6735AD9-7E78-4063-A5B5-E40C2EFBCD15}" destId="{B3E3FD0C-F544-494A-B824-F3C2C34F1257}" srcOrd="0" destOrd="0" presId="urn:microsoft.com/office/officeart/2018/5/layout/IconLeafLabelList"/>
    <dgm:cxn modelId="{BF2E3E92-7F0A-4C4E-955A-2BF739F53624}" type="presParOf" srcId="{E6735AD9-7E78-4063-A5B5-E40C2EFBCD15}" destId="{494D2750-876A-4F75-971E-4644E3440A0F}" srcOrd="1" destOrd="0" presId="urn:microsoft.com/office/officeart/2018/5/layout/IconLeafLabelList"/>
    <dgm:cxn modelId="{43D67552-B95C-4332-BBDC-DF2200028F04}" type="presParOf" srcId="{E6735AD9-7E78-4063-A5B5-E40C2EFBCD15}" destId="{7E0B8579-5169-4D11-85ED-E40BA0B24D79}" srcOrd="2" destOrd="0" presId="urn:microsoft.com/office/officeart/2018/5/layout/IconLeafLabelList"/>
    <dgm:cxn modelId="{329D4F01-AA16-47DD-A9A6-AED9AFDFBC9E}" type="presParOf" srcId="{E6735AD9-7E78-4063-A5B5-E40C2EFBCD15}" destId="{BF9E04AD-DF60-4B0F-9A6A-D71EF77C9276}" srcOrd="3" destOrd="0" presId="urn:microsoft.com/office/officeart/2018/5/layout/IconLeafLabelList"/>
    <dgm:cxn modelId="{06B527FF-BBEB-4C5C-920E-E074D333C9AE}" type="presParOf" srcId="{D085571A-3A3E-4DD4-AC4B-267E1E22EFB5}" destId="{62285277-89A9-49EC-9830-D0000EBA91E3}" srcOrd="3" destOrd="0" presId="urn:microsoft.com/office/officeart/2018/5/layout/IconLeafLabelList"/>
    <dgm:cxn modelId="{AD0FDCD0-390C-4DC9-BFDE-C6BB82E817CD}" type="presParOf" srcId="{D085571A-3A3E-4DD4-AC4B-267E1E22EFB5}" destId="{447C71B2-08A9-4A67-BB5F-9A17AA33526F}" srcOrd="4" destOrd="0" presId="urn:microsoft.com/office/officeart/2018/5/layout/IconLeafLabelList"/>
    <dgm:cxn modelId="{2B306CAF-F96C-4C6D-9E85-E2FA12D45F74}" type="presParOf" srcId="{447C71B2-08A9-4A67-BB5F-9A17AA33526F}" destId="{350A1378-C95B-4228-8CF6-51FBBB09693D}" srcOrd="0" destOrd="0" presId="urn:microsoft.com/office/officeart/2018/5/layout/IconLeafLabelList"/>
    <dgm:cxn modelId="{7ACDC0FB-12E5-4300-A46A-2AC83122598E}" type="presParOf" srcId="{447C71B2-08A9-4A67-BB5F-9A17AA33526F}" destId="{4047BF0A-2FDD-469D-A5A4-1531CB7A5CF4}" srcOrd="1" destOrd="0" presId="urn:microsoft.com/office/officeart/2018/5/layout/IconLeafLabelList"/>
    <dgm:cxn modelId="{8658D63E-16DC-4E14-8D35-BB25BB32AC46}" type="presParOf" srcId="{447C71B2-08A9-4A67-BB5F-9A17AA33526F}" destId="{BC532DD6-7239-4E9B-824F-C805FBCC09D9}" srcOrd="2" destOrd="0" presId="urn:microsoft.com/office/officeart/2018/5/layout/IconLeafLabelList"/>
    <dgm:cxn modelId="{32BD7602-B2B2-4C03-8617-117EFC1E25E1}" type="presParOf" srcId="{447C71B2-08A9-4A67-BB5F-9A17AA33526F}" destId="{E82FC632-4CF0-4CC1-8C8B-653D398B44E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39F105-4314-49D9-8963-2DC04391F5D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F2F7CA-8981-4D73-87EC-66118DA18FD0}">
      <dgm:prSet/>
      <dgm:spPr/>
      <dgm:t>
        <a:bodyPr/>
        <a:lstStyle/>
        <a:p>
          <a:r>
            <a:rPr lang="es-419"/>
            <a:t>Evitar pérdida o manipulación de datos.</a:t>
          </a:r>
          <a:endParaRPr lang="en-US"/>
        </a:p>
      </dgm:t>
    </dgm:pt>
    <dgm:pt modelId="{EAF936C5-9D4A-4123-A65A-6C17B4C1E68D}" type="parTrans" cxnId="{327BB1C8-44B8-4467-B286-4918BD8D1C4E}">
      <dgm:prSet/>
      <dgm:spPr/>
      <dgm:t>
        <a:bodyPr/>
        <a:lstStyle/>
        <a:p>
          <a:endParaRPr lang="en-US"/>
        </a:p>
      </dgm:t>
    </dgm:pt>
    <dgm:pt modelId="{81361F5A-26FC-4DD8-A860-B09BFD9A1BFE}" type="sibTrans" cxnId="{327BB1C8-44B8-4467-B286-4918BD8D1C4E}">
      <dgm:prSet/>
      <dgm:spPr/>
      <dgm:t>
        <a:bodyPr/>
        <a:lstStyle/>
        <a:p>
          <a:endParaRPr lang="en-US"/>
        </a:p>
      </dgm:t>
    </dgm:pt>
    <dgm:pt modelId="{B5EB5FFE-9C8E-4175-A19B-D2213BDECF4F}">
      <dgm:prSet/>
      <dgm:spPr/>
      <dgm:t>
        <a:bodyPr/>
        <a:lstStyle/>
        <a:p>
          <a:r>
            <a:rPr lang="es-419"/>
            <a:t>Impedir el mal uso del sistema.</a:t>
          </a:r>
          <a:endParaRPr lang="en-US"/>
        </a:p>
      </dgm:t>
    </dgm:pt>
    <dgm:pt modelId="{E73163E1-B202-4E3D-8045-EF26243E5BBC}" type="parTrans" cxnId="{EEEED264-E3E9-4E9D-A84D-73013635CBC4}">
      <dgm:prSet/>
      <dgm:spPr/>
      <dgm:t>
        <a:bodyPr/>
        <a:lstStyle/>
        <a:p>
          <a:endParaRPr lang="en-US"/>
        </a:p>
      </dgm:t>
    </dgm:pt>
    <dgm:pt modelId="{F479234E-8744-4141-9CBA-341CF768D37E}" type="sibTrans" cxnId="{EEEED264-E3E9-4E9D-A84D-73013635CBC4}">
      <dgm:prSet/>
      <dgm:spPr/>
      <dgm:t>
        <a:bodyPr/>
        <a:lstStyle/>
        <a:p>
          <a:endParaRPr lang="en-US"/>
        </a:p>
      </dgm:t>
    </dgm:pt>
    <dgm:pt modelId="{1452DF8E-D81A-4060-9937-D0CCA77C1AC6}">
      <dgm:prSet/>
      <dgm:spPr/>
      <dgm:t>
        <a:bodyPr/>
        <a:lstStyle/>
        <a:p>
          <a:r>
            <a:rPr lang="es-419"/>
            <a:t>Cumplir con normas y regulaciones (ej. GDPR, ISO/IEC 27001).Aumentar la confianza del usuario final.</a:t>
          </a:r>
          <a:endParaRPr lang="en-US"/>
        </a:p>
      </dgm:t>
    </dgm:pt>
    <dgm:pt modelId="{11A14F64-7354-4CED-BE24-F2F9C3FB4523}" type="parTrans" cxnId="{DA16CDDD-6747-4D3F-AC31-753C5EEE46D2}">
      <dgm:prSet/>
      <dgm:spPr/>
      <dgm:t>
        <a:bodyPr/>
        <a:lstStyle/>
        <a:p>
          <a:endParaRPr lang="en-US"/>
        </a:p>
      </dgm:t>
    </dgm:pt>
    <dgm:pt modelId="{AFFDD7F9-7F34-47DA-B5D0-9105F025236E}" type="sibTrans" cxnId="{DA16CDDD-6747-4D3F-AC31-753C5EEE46D2}">
      <dgm:prSet/>
      <dgm:spPr/>
      <dgm:t>
        <a:bodyPr/>
        <a:lstStyle/>
        <a:p>
          <a:endParaRPr lang="en-US"/>
        </a:p>
      </dgm:t>
    </dgm:pt>
    <dgm:pt modelId="{FB6A48B8-A38F-432A-B984-276010363311}" type="pres">
      <dgm:prSet presAssocID="{E739F105-4314-49D9-8963-2DC04391F5D4}" presName="linear" presStyleCnt="0">
        <dgm:presLayoutVars>
          <dgm:animLvl val="lvl"/>
          <dgm:resizeHandles val="exact"/>
        </dgm:presLayoutVars>
      </dgm:prSet>
      <dgm:spPr/>
    </dgm:pt>
    <dgm:pt modelId="{A6D91070-3659-45AE-8536-02B327D8F3E0}" type="pres">
      <dgm:prSet presAssocID="{21F2F7CA-8981-4D73-87EC-66118DA18FD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E5AD78-7EED-4858-A200-7B1AC6273AA5}" type="pres">
      <dgm:prSet presAssocID="{81361F5A-26FC-4DD8-A860-B09BFD9A1BFE}" presName="spacer" presStyleCnt="0"/>
      <dgm:spPr/>
    </dgm:pt>
    <dgm:pt modelId="{7CBFE9BB-8E19-4D71-975C-338363A8B5EF}" type="pres">
      <dgm:prSet presAssocID="{B5EB5FFE-9C8E-4175-A19B-D2213BDECF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DB4B7C-838A-4592-9405-3F30AD0D2CFC}" type="pres">
      <dgm:prSet presAssocID="{F479234E-8744-4141-9CBA-341CF768D37E}" presName="spacer" presStyleCnt="0"/>
      <dgm:spPr/>
    </dgm:pt>
    <dgm:pt modelId="{173E00D1-6826-4639-A351-44FA4B243AE2}" type="pres">
      <dgm:prSet presAssocID="{1452DF8E-D81A-4060-9937-D0CCA77C1A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52AD019-A445-48D5-A6E2-A8BEA3A1B2F6}" type="presOf" srcId="{21F2F7CA-8981-4D73-87EC-66118DA18FD0}" destId="{A6D91070-3659-45AE-8536-02B327D8F3E0}" srcOrd="0" destOrd="0" presId="urn:microsoft.com/office/officeart/2005/8/layout/vList2"/>
    <dgm:cxn modelId="{506C6B2D-2F41-4C18-A141-D0893177E155}" type="presOf" srcId="{E739F105-4314-49D9-8963-2DC04391F5D4}" destId="{FB6A48B8-A38F-432A-B984-276010363311}" srcOrd="0" destOrd="0" presId="urn:microsoft.com/office/officeart/2005/8/layout/vList2"/>
    <dgm:cxn modelId="{4566515C-E09E-4E77-9BD0-36807062110D}" type="presOf" srcId="{B5EB5FFE-9C8E-4175-A19B-D2213BDECF4F}" destId="{7CBFE9BB-8E19-4D71-975C-338363A8B5EF}" srcOrd="0" destOrd="0" presId="urn:microsoft.com/office/officeart/2005/8/layout/vList2"/>
    <dgm:cxn modelId="{EEEED264-E3E9-4E9D-A84D-73013635CBC4}" srcId="{E739F105-4314-49D9-8963-2DC04391F5D4}" destId="{B5EB5FFE-9C8E-4175-A19B-D2213BDECF4F}" srcOrd="1" destOrd="0" parTransId="{E73163E1-B202-4E3D-8045-EF26243E5BBC}" sibTransId="{F479234E-8744-4141-9CBA-341CF768D37E}"/>
    <dgm:cxn modelId="{9BED5B4F-BD40-4137-A684-47BB5780B47B}" type="presOf" srcId="{1452DF8E-D81A-4060-9937-D0CCA77C1AC6}" destId="{173E00D1-6826-4639-A351-44FA4B243AE2}" srcOrd="0" destOrd="0" presId="urn:microsoft.com/office/officeart/2005/8/layout/vList2"/>
    <dgm:cxn modelId="{327BB1C8-44B8-4467-B286-4918BD8D1C4E}" srcId="{E739F105-4314-49D9-8963-2DC04391F5D4}" destId="{21F2F7CA-8981-4D73-87EC-66118DA18FD0}" srcOrd="0" destOrd="0" parTransId="{EAF936C5-9D4A-4123-A65A-6C17B4C1E68D}" sibTransId="{81361F5A-26FC-4DD8-A860-B09BFD9A1BFE}"/>
    <dgm:cxn modelId="{DA16CDDD-6747-4D3F-AC31-753C5EEE46D2}" srcId="{E739F105-4314-49D9-8963-2DC04391F5D4}" destId="{1452DF8E-D81A-4060-9937-D0CCA77C1AC6}" srcOrd="2" destOrd="0" parTransId="{11A14F64-7354-4CED-BE24-F2F9C3FB4523}" sibTransId="{AFFDD7F9-7F34-47DA-B5D0-9105F025236E}"/>
    <dgm:cxn modelId="{B1E8A402-A71A-4CFE-A0A4-A7E51AC06D9C}" type="presParOf" srcId="{FB6A48B8-A38F-432A-B984-276010363311}" destId="{A6D91070-3659-45AE-8536-02B327D8F3E0}" srcOrd="0" destOrd="0" presId="urn:microsoft.com/office/officeart/2005/8/layout/vList2"/>
    <dgm:cxn modelId="{A82D85C0-308E-4093-AAB0-9BE25259DC0A}" type="presParOf" srcId="{FB6A48B8-A38F-432A-B984-276010363311}" destId="{2BE5AD78-7EED-4858-A200-7B1AC6273AA5}" srcOrd="1" destOrd="0" presId="urn:microsoft.com/office/officeart/2005/8/layout/vList2"/>
    <dgm:cxn modelId="{3A92A9D0-C2F4-4F99-AA7C-F8F49CDD8E96}" type="presParOf" srcId="{FB6A48B8-A38F-432A-B984-276010363311}" destId="{7CBFE9BB-8E19-4D71-975C-338363A8B5EF}" srcOrd="2" destOrd="0" presId="urn:microsoft.com/office/officeart/2005/8/layout/vList2"/>
    <dgm:cxn modelId="{BC96C11E-2018-4BC7-9193-D658BCBAFE51}" type="presParOf" srcId="{FB6A48B8-A38F-432A-B984-276010363311}" destId="{32DB4B7C-838A-4592-9405-3F30AD0D2CFC}" srcOrd="3" destOrd="0" presId="urn:microsoft.com/office/officeart/2005/8/layout/vList2"/>
    <dgm:cxn modelId="{BEE70787-8B39-4294-90D6-40AF843C3FC3}" type="presParOf" srcId="{FB6A48B8-A38F-432A-B984-276010363311}" destId="{173E00D1-6826-4639-A351-44FA4B243A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F0E7EA-EAC2-4868-A2A7-6EE0612AEE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06FA7F0B-B9A0-4734-AF47-00CD20E79D2A}">
      <dgm:prSet/>
      <dgm:spPr/>
      <dgm:t>
        <a:bodyPr/>
        <a:lstStyle/>
        <a:p>
          <a:pPr>
            <a:defRPr cap="all"/>
          </a:pPr>
          <a:r>
            <a:rPr lang="es-419"/>
            <a:t>Inyecciones SQL</a:t>
          </a:r>
          <a:endParaRPr lang="en-US"/>
        </a:p>
      </dgm:t>
    </dgm:pt>
    <dgm:pt modelId="{41B06B9D-331F-4D85-8A1B-8C70150A7180}" type="parTrans" cxnId="{1D2CD9AF-B90E-426C-953C-E72BB2AC9261}">
      <dgm:prSet/>
      <dgm:spPr/>
      <dgm:t>
        <a:bodyPr/>
        <a:lstStyle/>
        <a:p>
          <a:endParaRPr lang="en-US"/>
        </a:p>
      </dgm:t>
    </dgm:pt>
    <dgm:pt modelId="{7255B06B-498A-426C-96D7-B13DD07ECBC3}" type="sibTrans" cxnId="{1D2CD9AF-B90E-426C-953C-E72BB2AC9261}">
      <dgm:prSet/>
      <dgm:spPr/>
      <dgm:t>
        <a:bodyPr/>
        <a:lstStyle/>
        <a:p>
          <a:endParaRPr lang="en-US"/>
        </a:p>
      </dgm:t>
    </dgm:pt>
    <dgm:pt modelId="{726AEA1A-8DFD-4E2A-B416-516EEF78F780}">
      <dgm:prSet/>
      <dgm:spPr/>
      <dgm:t>
        <a:bodyPr/>
        <a:lstStyle/>
        <a:p>
          <a:pPr>
            <a:defRPr cap="all"/>
          </a:pPr>
          <a:r>
            <a:rPr lang="es-419"/>
            <a:t>XSS (Cross-Site Scripting)</a:t>
          </a:r>
          <a:endParaRPr lang="en-US"/>
        </a:p>
      </dgm:t>
    </dgm:pt>
    <dgm:pt modelId="{635ACF47-F325-4419-B817-27B03E5A9402}" type="parTrans" cxnId="{0E2A8040-D519-4135-921F-13E229606763}">
      <dgm:prSet/>
      <dgm:spPr/>
      <dgm:t>
        <a:bodyPr/>
        <a:lstStyle/>
        <a:p>
          <a:endParaRPr lang="en-US"/>
        </a:p>
      </dgm:t>
    </dgm:pt>
    <dgm:pt modelId="{B2CAF1EC-38C2-4AF1-AF69-6F31F0D641BB}" type="sibTrans" cxnId="{0E2A8040-D519-4135-921F-13E229606763}">
      <dgm:prSet/>
      <dgm:spPr/>
      <dgm:t>
        <a:bodyPr/>
        <a:lstStyle/>
        <a:p>
          <a:endParaRPr lang="en-US"/>
        </a:p>
      </dgm:t>
    </dgm:pt>
    <dgm:pt modelId="{B3010382-6933-4689-B45B-D6C78D17E153}">
      <dgm:prSet/>
      <dgm:spPr/>
      <dgm:t>
        <a:bodyPr/>
        <a:lstStyle/>
        <a:p>
          <a:pPr>
            <a:defRPr cap="all"/>
          </a:pPr>
          <a:r>
            <a:rPr lang="es-419"/>
            <a:t>Autenticación insegura</a:t>
          </a:r>
          <a:endParaRPr lang="en-US"/>
        </a:p>
      </dgm:t>
    </dgm:pt>
    <dgm:pt modelId="{0E86893B-67F0-4723-AD86-E5B4933B11FE}" type="parTrans" cxnId="{005D4634-8079-45D9-B96F-26010FB790F2}">
      <dgm:prSet/>
      <dgm:spPr/>
      <dgm:t>
        <a:bodyPr/>
        <a:lstStyle/>
        <a:p>
          <a:endParaRPr lang="en-US"/>
        </a:p>
      </dgm:t>
    </dgm:pt>
    <dgm:pt modelId="{7037E0D9-8816-458B-BCB8-533639BE5959}" type="sibTrans" cxnId="{005D4634-8079-45D9-B96F-26010FB790F2}">
      <dgm:prSet/>
      <dgm:spPr/>
      <dgm:t>
        <a:bodyPr/>
        <a:lstStyle/>
        <a:p>
          <a:endParaRPr lang="en-US"/>
        </a:p>
      </dgm:t>
    </dgm:pt>
    <dgm:pt modelId="{EFEF6E6F-5363-42FE-B874-A4740FC7F5D5}">
      <dgm:prSet/>
      <dgm:spPr/>
      <dgm:t>
        <a:bodyPr/>
        <a:lstStyle/>
        <a:p>
          <a:pPr>
            <a:defRPr cap="all"/>
          </a:pPr>
          <a:r>
            <a:rPr lang="es-419"/>
            <a:t>Desbordamientos de búfer</a:t>
          </a:r>
          <a:endParaRPr lang="en-US"/>
        </a:p>
      </dgm:t>
    </dgm:pt>
    <dgm:pt modelId="{5B726986-4444-4917-8519-8DD0C4849059}" type="parTrans" cxnId="{BAB82F15-3159-4262-B82A-5B66036AF892}">
      <dgm:prSet/>
      <dgm:spPr/>
      <dgm:t>
        <a:bodyPr/>
        <a:lstStyle/>
        <a:p>
          <a:endParaRPr lang="en-US"/>
        </a:p>
      </dgm:t>
    </dgm:pt>
    <dgm:pt modelId="{2377ECB1-9BF9-4E05-B696-81C86930E1D9}" type="sibTrans" cxnId="{BAB82F15-3159-4262-B82A-5B66036AF892}">
      <dgm:prSet/>
      <dgm:spPr/>
      <dgm:t>
        <a:bodyPr/>
        <a:lstStyle/>
        <a:p>
          <a:endParaRPr lang="en-US"/>
        </a:p>
      </dgm:t>
    </dgm:pt>
    <dgm:pt modelId="{63F05A2E-AEF7-4EA0-A7A1-7E275B875365}">
      <dgm:prSet/>
      <dgm:spPr/>
      <dgm:t>
        <a:bodyPr/>
        <a:lstStyle/>
        <a:p>
          <a:pPr>
            <a:defRPr cap="all"/>
          </a:pPr>
          <a:r>
            <a:rPr lang="es-419"/>
            <a:t>Dependencias inseguras</a:t>
          </a:r>
          <a:endParaRPr lang="en-US"/>
        </a:p>
      </dgm:t>
    </dgm:pt>
    <dgm:pt modelId="{2DDDECC9-1EB4-4092-9A78-8A3B61F990F5}" type="parTrans" cxnId="{01BEF675-A066-48B2-9341-18200F380F4F}">
      <dgm:prSet/>
      <dgm:spPr/>
      <dgm:t>
        <a:bodyPr/>
        <a:lstStyle/>
        <a:p>
          <a:endParaRPr lang="en-US"/>
        </a:p>
      </dgm:t>
    </dgm:pt>
    <dgm:pt modelId="{C0CB4447-A204-4F80-B4F8-F4E159F8AA57}" type="sibTrans" cxnId="{01BEF675-A066-48B2-9341-18200F380F4F}">
      <dgm:prSet/>
      <dgm:spPr/>
      <dgm:t>
        <a:bodyPr/>
        <a:lstStyle/>
        <a:p>
          <a:endParaRPr lang="en-US"/>
        </a:p>
      </dgm:t>
    </dgm:pt>
    <dgm:pt modelId="{1F35BEC0-F271-49C3-969E-357645A34B9E}" type="pres">
      <dgm:prSet presAssocID="{29F0E7EA-EAC2-4868-A2A7-6EE0612AEE1A}" presName="root" presStyleCnt="0">
        <dgm:presLayoutVars>
          <dgm:dir/>
          <dgm:resizeHandles val="exact"/>
        </dgm:presLayoutVars>
      </dgm:prSet>
      <dgm:spPr/>
    </dgm:pt>
    <dgm:pt modelId="{7130F744-CF3E-4E1A-8962-8426BD69F8C8}" type="pres">
      <dgm:prSet presAssocID="{06FA7F0B-B9A0-4734-AF47-00CD20E79D2A}" presName="compNode" presStyleCnt="0"/>
      <dgm:spPr/>
    </dgm:pt>
    <dgm:pt modelId="{526B89D7-C188-4005-81C1-05D710AF3E11}" type="pres">
      <dgm:prSet presAssocID="{06FA7F0B-B9A0-4734-AF47-00CD20E79D2A}" presName="iconBgRect" presStyleLbl="bgShp" presStyleIdx="0" presStyleCnt="5"/>
      <dgm:spPr/>
    </dgm:pt>
    <dgm:pt modelId="{7B818970-C0BE-4B00-89AA-AB81204670AF}" type="pres">
      <dgm:prSet presAssocID="{06FA7F0B-B9A0-4734-AF47-00CD20E79D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5FA1C270-09D8-4464-9A7A-2C85D4A4C3CD}" type="pres">
      <dgm:prSet presAssocID="{06FA7F0B-B9A0-4734-AF47-00CD20E79D2A}" presName="spaceRect" presStyleCnt="0"/>
      <dgm:spPr/>
    </dgm:pt>
    <dgm:pt modelId="{17024446-1665-4361-A341-405F6D473F33}" type="pres">
      <dgm:prSet presAssocID="{06FA7F0B-B9A0-4734-AF47-00CD20E79D2A}" presName="textRect" presStyleLbl="revTx" presStyleIdx="0" presStyleCnt="5">
        <dgm:presLayoutVars>
          <dgm:chMax val="1"/>
          <dgm:chPref val="1"/>
        </dgm:presLayoutVars>
      </dgm:prSet>
      <dgm:spPr/>
    </dgm:pt>
    <dgm:pt modelId="{A668FB12-C3B7-4411-A175-2872E4603EC6}" type="pres">
      <dgm:prSet presAssocID="{7255B06B-498A-426C-96D7-B13DD07ECBC3}" presName="sibTrans" presStyleCnt="0"/>
      <dgm:spPr/>
    </dgm:pt>
    <dgm:pt modelId="{EF44C598-EEAF-4121-AE4F-8757CCDE5639}" type="pres">
      <dgm:prSet presAssocID="{726AEA1A-8DFD-4E2A-B416-516EEF78F780}" presName="compNode" presStyleCnt="0"/>
      <dgm:spPr/>
    </dgm:pt>
    <dgm:pt modelId="{DE42D965-C76D-4D3A-9885-8DFD0F1FFEB2}" type="pres">
      <dgm:prSet presAssocID="{726AEA1A-8DFD-4E2A-B416-516EEF78F780}" presName="iconBgRect" presStyleLbl="bgShp" presStyleIdx="1" presStyleCnt="5"/>
      <dgm:spPr/>
    </dgm:pt>
    <dgm:pt modelId="{88D7F230-AD23-4951-9B32-B6FBAEAA4F4C}" type="pres">
      <dgm:prSet presAssocID="{726AEA1A-8DFD-4E2A-B416-516EEF78F7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155A6FF-D1D0-48C6-A7D9-9C14AFA0C3C9}" type="pres">
      <dgm:prSet presAssocID="{726AEA1A-8DFD-4E2A-B416-516EEF78F780}" presName="spaceRect" presStyleCnt="0"/>
      <dgm:spPr/>
    </dgm:pt>
    <dgm:pt modelId="{B835F574-E198-4464-8F6F-EE0D3BD07A8B}" type="pres">
      <dgm:prSet presAssocID="{726AEA1A-8DFD-4E2A-B416-516EEF78F780}" presName="textRect" presStyleLbl="revTx" presStyleIdx="1" presStyleCnt="5">
        <dgm:presLayoutVars>
          <dgm:chMax val="1"/>
          <dgm:chPref val="1"/>
        </dgm:presLayoutVars>
      </dgm:prSet>
      <dgm:spPr/>
    </dgm:pt>
    <dgm:pt modelId="{D9AF5A6B-734C-443C-AFD8-84B063796C5E}" type="pres">
      <dgm:prSet presAssocID="{B2CAF1EC-38C2-4AF1-AF69-6F31F0D641BB}" presName="sibTrans" presStyleCnt="0"/>
      <dgm:spPr/>
    </dgm:pt>
    <dgm:pt modelId="{D637A7ED-D314-498B-872B-25CA44840F80}" type="pres">
      <dgm:prSet presAssocID="{B3010382-6933-4689-B45B-D6C78D17E153}" presName="compNode" presStyleCnt="0"/>
      <dgm:spPr/>
    </dgm:pt>
    <dgm:pt modelId="{5EF07EB9-E932-4727-A84C-141773F612A0}" type="pres">
      <dgm:prSet presAssocID="{B3010382-6933-4689-B45B-D6C78D17E153}" presName="iconBgRect" presStyleLbl="bgShp" presStyleIdx="2" presStyleCnt="5"/>
      <dgm:spPr/>
    </dgm:pt>
    <dgm:pt modelId="{7138CCCE-1D7F-4BF5-AD24-C5D994051D7E}" type="pres">
      <dgm:prSet presAssocID="{B3010382-6933-4689-B45B-D6C78D17E1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4D7C0FCD-F46D-49BF-8F17-C62599A1CFB6}" type="pres">
      <dgm:prSet presAssocID="{B3010382-6933-4689-B45B-D6C78D17E153}" presName="spaceRect" presStyleCnt="0"/>
      <dgm:spPr/>
    </dgm:pt>
    <dgm:pt modelId="{DA7FD2A5-C49B-437F-8466-62DA55A2F1EC}" type="pres">
      <dgm:prSet presAssocID="{B3010382-6933-4689-B45B-D6C78D17E153}" presName="textRect" presStyleLbl="revTx" presStyleIdx="2" presStyleCnt="5">
        <dgm:presLayoutVars>
          <dgm:chMax val="1"/>
          <dgm:chPref val="1"/>
        </dgm:presLayoutVars>
      </dgm:prSet>
      <dgm:spPr/>
    </dgm:pt>
    <dgm:pt modelId="{62C78802-9720-47B2-9942-9A8936088D4E}" type="pres">
      <dgm:prSet presAssocID="{7037E0D9-8816-458B-BCB8-533639BE5959}" presName="sibTrans" presStyleCnt="0"/>
      <dgm:spPr/>
    </dgm:pt>
    <dgm:pt modelId="{FE3C5B99-E6EB-42E3-8954-D15D8ED51932}" type="pres">
      <dgm:prSet presAssocID="{EFEF6E6F-5363-42FE-B874-A4740FC7F5D5}" presName="compNode" presStyleCnt="0"/>
      <dgm:spPr/>
    </dgm:pt>
    <dgm:pt modelId="{AA5A7738-7747-453C-8941-F249DCB43320}" type="pres">
      <dgm:prSet presAssocID="{EFEF6E6F-5363-42FE-B874-A4740FC7F5D5}" presName="iconBgRect" presStyleLbl="bgShp" presStyleIdx="3" presStyleCnt="5"/>
      <dgm:spPr/>
    </dgm:pt>
    <dgm:pt modelId="{D3636E2A-24AB-4BFA-9C06-FE529DB558F4}" type="pres">
      <dgm:prSet presAssocID="{EFEF6E6F-5363-42FE-B874-A4740FC7F5D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FF63D52-F90C-4454-9087-D119045318E9}" type="pres">
      <dgm:prSet presAssocID="{EFEF6E6F-5363-42FE-B874-A4740FC7F5D5}" presName="spaceRect" presStyleCnt="0"/>
      <dgm:spPr/>
    </dgm:pt>
    <dgm:pt modelId="{CB8F625D-C71B-4596-A12E-36CAFCC44621}" type="pres">
      <dgm:prSet presAssocID="{EFEF6E6F-5363-42FE-B874-A4740FC7F5D5}" presName="textRect" presStyleLbl="revTx" presStyleIdx="3" presStyleCnt="5">
        <dgm:presLayoutVars>
          <dgm:chMax val="1"/>
          <dgm:chPref val="1"/>
        </dgm:presLayoutVars>
      </dgm:prSet>
      <dgm:spPr/>
    </dgm:pt>
    <dgm:pt modelId="{C7FAF079-0735-4D96-92CD-0A2C44FA5236}" type="pres">
      <dgm:prSet presAssocID="{2377ECB1-9BF9-4E05-B696-81C86930E1D9}" presName="sibTrans" presStyleCnt="0"/>
      <dgm:spPr/>
    </dgm:pt>
    <dgm:pt modelId="{3773E269-FC69-4B67-8084-1BE3A77C9B8D}" type="pres">
      <dgm:prSet presAssocID="{63F05A2E-AEF7-4EA0-A7A1-7E275B875365}" presName="compNode" presStyleCnt="0"/>
      <dgm:spPr/>
    </dgm:pt>
    <dgm:pt modelId="{3EDADA1C-1DC3-4302-BB4D-34D32C47283B}" type="pres">
      <dgm:prSet presAssocID="{63F05A2E-AEF7-4EA0-A7A1-7E275B875365}" presName="iconBgRect" presStyleLbl="bgShp" presStyleIdx="4" presStyleCnt="5"/>
      <dgm:spPr/>
    </dgm:pt>
    <dgm:pt modelId="{5B51E1C3-8C16-49BE-A242-9B7DD718B94A}" type="pres">
      <dgm:prSet presAssocID="{63F05A2E-AEF7-4EA0-A7A1-7E275B87536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E6594F1-840A-45E5-972A-F0190073AC87}" type="pres">
      <dgm:prSet presAssocID="{63F05A2E-AEF7-4EA0-A7A1-7E275B875365}" presName="spaceRect" presStyleCnt="0"/>
      <dgm:spPr/>
    </dgm:pt>
    <dgm:pt modelId="{BA4DD14C-A4F4-4B68-9B13-F8E42129A235}" type="pres">
      <dgm:prSet presAssocID="{63F05A2E-AEF7-4EA0-A7A1-7E275B87536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5C7CF07-1A5D-48C8-916C-69625316F0F8}" type="presOf" srcId="{63F05A2E-AEF7-4EA0-A7A1-7E275B875365}" destId="{BA4DD14C-A4F4-4B68-9B13-F8E42129A235}" srcOrd="0" destOrd="0" presId="urn:microsoft.com/office/officeart/2018/5/layout/IconCircleLabelList"/>
    <dgm:cxn modelId="{BAB82F15-3159-4262-B82A-5B66036AF892}" srcId="{29F0E7EA-EAC2-4868-A2A7-6EE0612AEE1A}" destId="{EFEF6E6F-5363-42FE-B874-A4740FC7F5D5}" srcOrd="3" destOrd="0" parTransId="{5B726986-4444-4917-8519-8DD0C4849059}" sibTransId="{2377ECB1-9BF9-4E05-B696-81C86930E1D9}"/>
    <dgm:cxn modelId="{005D4634-8079-45D9-B96F-26010FB790F2}" srcId="{29F0E7EA-EAC2-4868-A2A7-6EE0612AEE1A}" destId="{B3010382-6933-4689-B45B-D6C78D17E153}" srcOrd="2" destOrd="0" parTransId="{0E86893B-67F0-4723-AD86-E5B4933B11FE}" sibTransId="{7037E0D9-8816-458B-BCB8-533639BE5959}"/>
    <dgm:cxn modelId="{0E2A8040-D519-4135-921F-13E229606763}" srcId="{29F0E7EA-EAC2-4868-A2A7-6EE0612AEE1A}" destId="{726AEA1A-8DFD-4E2A-B416-516EEF78F780}" srcOrd="1" destOrd="0" parTransId="{635ACF47-F325-4419-B817-27B03E5A9402}" sibTransId="{B2CAF1EC-38C2-4AF1-AF69-6F31F0D641BB}"/>
    <dgm:cxn modelId="{F9FEFC69-453D-442C-865A-6B67EE26A496}" type="presOf" srcId="{EFEF6E6F-5363-42FE-B874-A4740FC7F5D5}" destId="{CB8F625D-C71B-4596-A12E-36CAFCC44621}" srcOrd="0" destOrd="0" presId="urn:microsoft.com/office/officeart/2018/5/layout/IconCircleLabelList"/>
    <dgm:cxn modelId="{01BEF675-A066-48B2-9341-18200F380F4F}" srcId="{29F0E7EA-EAC2-4868-A2A7-6EE0612AEE1A}" destId="{63F05A2E-AEF7-4EA0-A7A1-7E275B875365}" srcOrd="4" destOrd="0" parTransId="{2DDDECC9-1EB4-4092-9A78-8A3B61F990F5}" sibTransId="{C0CB4447-A204-4F80-B4F8-F4E159F8AA57}"/>
    <dgm:cxn modelId="{669AA976-3B7D-468D-A320-A18A5F3360EA}" type="presOf" srcId="{B3010382-6933-4689-B45B-D6C78D17E153}" destId="{DA7FD2A5-C49B-437F-8466-62DA55A2F1EC}" srcOrd="0" destOrd="0" presId="urn:microsoft.com/office/officeart/2018/5/layout/IconCircleLabelList"/>
    <dgm:cxn modelId="{A4A4F38E-B520-4FB6-83D4-05569DE21653}" type="presOf" srcId="{29F0E7EA-EAC2-4868-A2A7-6EE0612AEE1A}" destId="{1F35BEC0-F271-49C3-969E-357645A34B9E}" srcOrd="0" destOrd="0" presId="urn:microsoft.com/office/officeart/2018/5/layout/IconCircleLabelList"/>
    <dgm:cxn modelId="{1D2CD9AF-B90E-426C-953C-E72BB2AC9261}" srcId="{29F0E7EA-EAC2-4868-A2A7-6EE0612AEE1A}" destId="{06FA7F0B-B9A0-4734-AF47-00CD20E79D2A}" srcOrd="0" destOrd="0" parTransId="{41B06B9D-331F-4D85-8A1B-8C70150A7180}" sibTransId="{7255B06B-498A-426C-96D7-B13DD07ECBC3}"/>
    <dgm:cxn modelId="{CEE86ED6-F755-45D5-94A5-A0A495E95C93}" type="presOf" srcId="{06FA7F0B-B9A0-4734-AF47-00CD20E79D2A}" destId="{17024446-1665-4361-A341-405F6D473F33}" srcOrd="0" destOrd="0" presId="urn:microsoft.com/office/officeart/2018/5/layout/IconCircleLabelList"/>
    <dgm:cxn modelId="{C3D33EF6-50CE-4080-9FE9-A9F71FA13024}" type="presOf" srcId="{726AEA1A-8DFD-4E2A-B416-516EEF78F780}" destId="{B835F574-E198-4464-8F6F-EE0D3BD07A8B}" srcOrd="0" destOrd="0" presId="urn:microsoft.com/office/officeart/2018/5/layout/IconCircleLabelList"/>
    <dgm:cxn modelId="{43BC4A4A-AFCB-4AA4-BEC8-F80C0F336462}" type="presParOf" srcId="{1F35BEC0-F271-49C3-969E-357645A34B9E}" destId="{7130F744-CF3E-4E1A-8962-8426BD69F8C8}" srcOrd="0" destOrd="0" presId="urn:microsoft.com/office/officeart/2018/5/layout/IconCircleLabelList"/>
    <dgm:cxn modelId="{9281704E-3DF0-45CF-B541-FE9901D67ABC}" type="presParOf" srcId="{7130F744-CF3E-4E1A-8962-8426BD69F8C8}" destId="{526B89D7-C188-4005-81C1-05D710AF3E11}" srcOrd="0" destOrd="0" presId="urn:microsoft.com/office/officeart/2018/5/layout/IconCircleLabelList"/>
    <dgm:cxn modelId="{BE22CECF-B6B5-4CD8-843A-9E5956AFB684}" type="presParOf" srcId="{7130F744-CF3E-4E1A-8962-8426BD69F8C8}" destId="{7B818970-C0BE-4B00-89AA-AB81204670AF}" srcOrd="1" destOrd="0" presId="urn:microsoft.com/office/officeart/2018/5/layout/IconCircleLabelList"/>
    <dgm:cxn modelId="{ADDF0E58-76C2-4ACD-856F-CBB063A48871}" type="presParOf" srcId="{7130F744-CF3E-4E1A-8962-8426BD69F8C8}" destId="{5FA1C270-09D8-4464-9A7A-2C85D4A4C3CD}" srcOrd="2" destOrd="0" presId="urn:microsoft.com/office/officeart/2018/5/layout/IconCircleLabelList"/>
    <dgm:cxn modelId="{7FBBBFA7-2468-4531-AE86-B8BACC4D96CD}" type="presParOf" srcId="{7130F744-CF3E-4E1A-8962-8426BD69F8C8}" destId="{17024446-1665-4361-A341-405F6D473F33}" srcOrd="3" destOrd="0" presId="urn:microsoft.com/office/officeart/2018/5/layout/IconCircleLabelList"/>
    <dgm:cxn modelId="{625DC4E3-CE6E-4511-A169-72B5BE358910}" type="presParOf" srcId="{1F35BEC0-F271-49C3-969E-357645A34B9E}" destId="{A668FB12-C3B7-4411-A175-2872E4603EC6}" srcOrd="1" destOrd="0" presId="urn:microsoft.com/office/officeart/2018/5/layout/IconCircleLabelList"/>
    <dgm:cxn modelId="{DE8AB893-BF0C-4B77-A2C9-D772EF083E6D}" type="presParOf" srcId="{1F35BEC0-F271-49C3-969E-357645A34B9E}" destId="{EF44C598-EEAF-4121-AE4F-8757CCDE5639}" srcOrd="2" destOrd="0" presId="urn:microsoft.com/office/officeart/2018/5/layout/IconCircleLabelList"/>
    <dgm:cxn modelId="{4E52B9F5-4C49-4BD1-B13B-433DC69CD9E4}" type="presParOf" srcId="{EF44C598-EEAF-4121-AE4F-8757CCDE5639}" destId="{DE42D965-C76D-4D3A-9885-8DFD0F1FFEB2}" srcOrd="0" destOrd="0" presId="urn:microsoft.com/office/officeart/2018/5/layout/IconCircleLabelList"/>
    <dgm:cxn modelId="{562D8482-4286-4822-A61B-2694EDDFD7DA}" type="presParOf" srcId="{EF44C598-EEAF-4121-AE4F-8757CCDE5639}" destId="{88D7F230-AD23-4951-9B32-B6FBAEAA4F4C}" srcOrd="1" destOrd="0" presId="urn:microsoft.com/office/officeart/2018/5/layout/IconCircleLabelList"/>
    <dgm:cxn modelId="{12EBA6D6-C91A-4235-AEC5-4CC224DCB880}" type="presParOf" srcId="{EF44C598-EEAF-4121-AE4F-8757CCDE5639}" destId="{F155A6FF-D1D0-48C6-A7D9-9C14AFA0C3C9}" srcOrd="2" destOrd="0" presId="urn:microsoft.com/office/officeart/2018/5/layout/IconCircleLabelList"/>
    <dgm:cxn modelId="{E466D554-E6E4-45A9-9BE9-AC56A39AB5AE}" type="presParOf" srcId="{EF44C598-EEAF-4121-AE4F-8757CCDE5639}" destId="{B835F574-E198-4464-8F6F-EE0D3BD07A8B}" srcOrd="3" destOrd="0" presId="urn:microsoft.com/office/officeart/2018/5/layout/IconCircleLabelList"/>
    <dgm:cxn modelId="{E25DD73A-9478-493D-8157-D96B864C7F78}" type="presParOf" srcId="{1F35BEC0-F271-49C3-969E-357645A34B9E}" destId="{D9AF5A6B-734C-443C-AFD8-84B063796C5E}" srcOrd="3" destOrd="0" presId="urn:microsoft.com/office/officeart/2018/5/layout/IconCircleLabelList"/>
    <dgm:cxn modelId="{2AA472E6-1148-432C-8DED-C46CEED09969}" type="presParOf" srcId="{1F35BEC0-F271-49C3-969E-357645A34B9E}" destId="{D637A7ED-D314-498B-872B-25CA44840F80}" srcOrd="4" destOrd="0" presId="urn:microsoft.com/office/officeart/2018/5/layout/IconCircleLabelList"/>
    <dgm:cxn modelId="{20CEA2A7-2F17-42BB-BB0C-0655FC4B0513}" type="presParOf" srcId="{D637A7ED-D314-498B-872B-25CA44840F80}" destId="{5EF07EB9-E932-4727-A84C-141773F612A0}" srcOrd="0" destOrd="0" presId="urn:microsoft.com/office/officeart/2018/5/layout/IconCircleLabelList"/>
    <dgm:cxn modelId="{29E993C1-BE4C-412D-BD45-2D48E32995A3}" type="presParOf" srcId="{D637A7ED-D314-498B-872B-25CA44840F80}" destId="{7138CCCE-1D7F-4BF5-AD24-C5D994051D7E}" srcOrd="1" destOrd="0" presId="urn:microsoft.com/office/officeart/2018/5/layout/IconCircleLabelList"/>
    <dgm:cxn modelId="{28CCE379-CBBD-44EA-BD37-10677CC7A1A7}" type="presParOf" srcId="{D637A7ED-D314-498B-872B-25CA44840F80}" destId="{4D7C0FCD-F46D-49BF-8F17-C62599A1CFB6}" srcOrd="2" destOrd="0" presId="urn:microsoft.com/office/officeart/2018/5/layout/IconCircleLabelList"/>
    <dgm:cxn modelId="{A5C2F044-05E7-4E1E-943F-6E81BC195CD3}" type="presParOf" srcId="{D637A7ED-D314-498B-872B-25CA44840F80}" destId="{DA7FD2A5-C49B-437F-8466-62DA55A2F1EC}" srcOrd="3" destOrd="0" presId="urn:microsoft.com/office/officeart/2018/5/layout/IconCircleLabelList"/>
    <dgm:cxn modelId="{60D737F0-C5C7-4948-B462-6740B0BD8930}" type="presParOf" srcId="{1F35BEC0-F271-49C3-969E-357645A34B9E}" destId="{62C78802-9720-47B2-9942-9A8936088D4E}" srcOrd="5" destOrd="0" presId="urn:microsoft.com/office/officeart/2018/5/layout/IconCircleLabelList"/>
    <dgm:cxn modelId="{701EDD9A-3888-4C08-B9E2-CCA62EB62947}" type="presParOf" srcId="{1F35BEC0-F271-49C3-969E-357645A34B9E}" destId="{FE3C5B99-E6EB-42E3-8954-D15D8ED51932}" srcOrd="6" destOrd="0" presId="urn:microsoft.com/office/officeart/2018/5/layout/IconCircleLabelList"/>
    <dgm:cxn modelId="{8E9661F1-5378-409E-9865-F2F08CCA43C2}" type="presParOf" srcId="{FE3C5B99-E6EB-42E3-8954-D15D8ED51932}" destId="{AA5A7738-7747-453C-8941-F249DCB43320}" srcOrd="0" destOrd="0" presId="urn:microsoft.com/office/officeart/2018/5/layout/IconCircleLabelList"/>
    <dgm:cxn modelId="{FEE2B694-7F14-4D41-B230-C6E3BBF9F4D6}" type="presParOf" srcId="{FE3C5B99-E6EB-42E3-8954-D15D8ED51932}" destId="{D3636E2A-24AB-4BFA-9C06-FE529DB558F4}" srcOrd="1" destOrd="0" presId="urn:microsoft.com/office/officeart/2018/5/layout/IconCircleLabelList"/>
    <dgm:cxn modelId="{C78844E0-83E4-4695-9265-E4DBB5C88296}" type="presParOf" srcId="{FE3C5B99-E6EB-42E3-8954-D15D8ED51932}" destId="{3FF63D52-F90C-4454-9087-D119045318E9}" srcOrd="2" destOrd="0" presId="urn:microsoft.com/office/officeart/2018/5/layout/IconCircleLabelList"/>
    <dgm:cxn modelId="{AB8A830F-F8DF-4D31-8234-9D7E5E50AC0B}" type="presParOf" srcId="{FE3C5B99-E6EB-42E3-8954-D15D8ED51932}" destId="{CB8F625D-C71B-4596-A12E-36CAFCC44621}" srcOrd="3" destOrd="0" presId="urn:microsoft.com/office/officeart/2018/5/layout/IconCircleLabelList"/>
    <dgm:cxn modelId="{F8214B8E-1DCB-45BE-A9C3-78C50CA18F9C}" type="presParOf" srcId="{1F35BEC0-F271-49C3-969E-357645A34B9E}" destId="{C7FAF079-0735-4D96-92CD-0A2C44FA5236}" srcOrd="7" destOrd="0" presId="urn:microsoft.com/office/officeart/2018/5/layout/IconCircleLabelList"/>
    <dgm:cxn modelId="{FBE9B96B-AFCB-45BE-A0ED-B3B76C92B039}" type="presParOf" srcId="{1F35BEC0-F271-49C3-969E-357645A34B9E}" destId="{3773E269-FC69-4B67-8084-1BE3A77C9B8D}" srcOrd="8" destOrd="0" presId="urn:microsoft.com/office/officeart/2018/5/layout/IconCircleLabelList"/>
    <dgm:cxn modelId="{EA769A48-33C9-4FCA-AF68-30FFE4841764}" type="presParOf" srcId="{3773E269-FC69-4B67-8084-1BE3A77C9B8D}" destId="{3EDADA1C-1DC3-4302-BB4D-34D32C47283B}" srcOrd="0" destOrd="0" presId="urn:microsoft.com/office/officeart/2018/5/layout/IconCircleLabelList"/>
    <dgm:cxn modelId="{C6798B18-B35E-4B83-9FE4-7B4481FFBCF4}" type="presParOf" srcId="{3773E269-FC69-4B67-8084-1BE3A77C9B8D}" destId="{5B51E1C3-8C16-49BE-A242-9B7DD718B94A}" srcOrd="1" destOrd="0" presId="urn:microsoft.com/office/officeart/2018/5/layout/IconCircleLabelList"/>
    <dgm:cxn modelId="{CCF4A5B3-646A-4E3A-AF10-DF6BF07AA8B5}" type="presParOf" srcId="{3773E269-FC69-4B67-8084-1BE3A77C9B8D}" destId="{AE6594F1-840A-45E5-972A-F0190073AC87}" srcOrd="2" destOrd="0" presId="urn:microsoft.com/office/officeart/2018/5/layout/IconCircleLabelList"/>
    <dgm:cxn modelId="{24538D2F-62EF-415C-B01C-B883BA4A56F2}" type="presParOf" srcId="{3773E269-FC69-4B67-8084-1BE3A77C9B8D}" destId="{BA4DD14C-A4F4-4B68-9B13-F8E42129A23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C20747-2D2E-489B-9782-BD7C18F442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D8353E1-2605-4B80-AB4E-235C01C2C636}">
      <dgm:prSet/>
      <dgm:spPr/>
      <dgm:t>
        <a:bodyPr/>
        <a:lstStyle/>
        <a:p>
          <a:r>
            <a:rPr lang="es-419"/>
            <a:t>Económicos: reparaciones, demandas, pérdida de ventas.</a:t>
          </a:r>
          <a:endParaRPr lang="en-US"/>
        </a:p>
      </dgm:t>
    </dgm:pt>
    <dgm:pt modelId="{8C33AA4C-69AD-4B2A-9586-DADE283D7269}" type="parTrans" cxnId="{28FDEAA3-BE1F-4415-8045-3DF8F9C4008F}">
      <dgm:prSet/>
      <dgm:spPr/>
      <dgm:t>
        <a:bodyPr/>
        <a:lstStyle/>
        <a:p>
          <a:endParaRPr lang="en-US"/>
        </a:p>
      </dgm:t>
    </dgm:pt>
    <dgm:pt modelId="{3516C657-53F5-437C-843D-D91EDF92B6F0}" type="sibTrans" cxnId="{28FDEAA3-BE1F-4415-8045-3DF8F9C4008F}">
      <dgm:prSet/>
      <dgm:spPr/>
      <dgm:t>
        <a:bodyPr/>
        <a:lstStyle/>
        <a:p>
          <a:endParaRPr lang="en-US"/>
        </a:p>
      </dgm:t>
    </dgm:pt>
    <dgm:pt modelId="{AEC8C750-326D-4695-AF61-FE823C01CB2A}">
      <dgm:prSet/>
      <dgm:spPr/>
      <dgm:t>
        <a:bodyPr/>
        <a:lstStyle/>
        <a:p>
          <a:r>
            <a:rPr lang="es-419"/>
            <a:t>Técnicos: interrupción de servicios, pérdida de datos.</a:t>
          </a:r>
          <a:endParaRPr lang="en-US"/>
        </a:p>
      </dgm:t>
    </dgm:pt>
    <dgm:pt modelId="{0C2AD80A-8386-4F2E-A6BE-1A106EA9B527}" type="parTrans" cxnId="{22334845-B628-44AC-AF61-A0F0FE40EF18}">
      <dgm:prSet/>
      <dgm:spPr/>
      <dgm:t>
        <a:bodyPr/>
        <a:lstStyle/>
        <a:p>
          <a:endParaRPr lang="en-US"/>
        </a:p>
      </dgm:t>
    </dgm:pt>
    <dgm:pt modelId="{A15AF631-1704-4FF3-B4D3-34FC068ABA54}" type="sibTrans" cxnId="{22334845-B628-44AC-AF61-A0F0FE40EF18}">
      <dgm:prSet/>
      <dgm:spPr/>
      <dgm:t>
        <a:bodyPr/>
        <a:lstStyle/>
        <a:p>
          <a:endParaRPr lang="en-US"/>
        </a:p>
      </dgm:t>
    </dgm:pt>
    <dgm:pt modelId="{22BC347A-00E4-424B-B310-7A6A3BDF4138}">
      <dgm:prSet/>
      <dgm:spPr/>
      <dgm:t>
        <a:bodyPr/>
        <a:lstStyle/>
        <a:p>
          <a:r>
            <a:rPr lang="es-419"/>
            <a:t>Reputacionales: pérdida de confianza del público.</a:t>
          </a:r>
          <a:endParaRPr lang="en-US"/>
        </a:p>
      </dgm:t>
    </dgm:pt>
    <dgm:pt modelId="{1A2714D4-C176-414A-B059-9117079E7729}" type="parTrans" cxnId="{6B7EAFEE-1493-40E9-95AE-FCA2169C9F13}">
      <dgm:prSet/>
      <dgm:spPr/>
      <dgm:t>
        <a:bodyPr/>
        <a:lstStyle/>
        <a:p>
          <a:endParaRPr lang="en-US"/>
        </a:p>
      </dgm:t>
    </dgm:pt>
    <dgm:pt modelId="{4939ECC3-9EA2-45BA-99A2-9F7ABC040907}" type="sibTrans" cxnId="{6B7EAFEE-1493-40E9-95AE-FCA2169C9F13}">
      <dgm:prSet/>
      <dgm:spPr/>
      <dgm:t>
        <a:bodyPr/>
        <a:lstStyle/>
        <a:p>
          <a:endParaRPr lang="en-US"/>
        </a:p>
      </dgm:t>
    </dgm:pt>
    <dgm:pt modelId="{25908856-8D06-4550-9479-6D5C2C49FA09}">
      <dgm:prSet/>
      <dgm:spPr/>
      <dgm:t>
        <a:bodyPr/>
        <a:lstStyle/>
        <a:p>
          <a:r>
            <a:rPr lang="es-419"/>
            <a:t>Legales: sanciones, auditorías, cumplimiento normativo.</a:t>
          </a:r>
          <a:endParaRPr lang="en-US"/>
        </a:p>
      </dgm:t>
    </dgm:pt>
    <dgm:pt modelId="{F58EEE0F-C346-4E7D-B8CE-C0CFB6CDE8A7}" type="parTrans" cxnId="{A5151092-CB6F-4DB2-A1CD-D6CCE98A76D2}">
      <dgm:prSet/>
      <dgm:spPr/>
      <dgm:t>
        <a:bodyPr/>
        <a:lstStyle/>
        <a:p>
          <a:endParaRPr lang="en-US"/>
        </a:p>
      </dgm:t>
    </dgm:pt>
    <dgm:pt modelId="{4811AE9B-4DAA-4467-A528-EF16B777E7E4}" type="sibTrans" cxnId="{A5151092-CB6F-4DB2-A1CD-D6CCE98A76D2}">
      <dgm:prSet/>
      <dgm:spPr/>
      <dgm:t>
        <a:bodyPr/>
        <a:lstStyle/>
        <a:p>
          <a:endParaRPr lang="en-US"/>
        </a:p>
      </dgm:t>
    </dgm:pt>
    <dgm:pt modelId="{04C76627-7663-4C0A-93B6-60FB08EFF7DE}" type="pres">
      <dgm:prSet presAssocID="{C8C20747-2D2E-489B-9782-BD7C18F4420A}" presName="root" presStyleCnt="0">
        <dgm:presLayoutVars>
          <dgm:dir/>
          <dgm:resizeHandles val="exact"/>
        </dgm:presLayoutVars>
      </dgm:prSet>
      <dgm:spPr/>
    </dgm:pt>
    <dgm:pt modelId="{FF5222E2-0C36-4C22-9521-6FF3BA73901A}" type="pres">
      <dgm:prSet presAssocID="{CD8353E1-2605-4B80-AB4E-235C01C2C636}" presName="compNode" presStyleCnt="0"/>
      <dgm:spPr/>
    </dgm:pt>
    <dgm:pt modelId="{146CBCED-4BC2-429E-B604-2CEEA8E76025}" type="pres">
      <dgm:prSet presAssocID="{CD8353E1-2605-4B80-AB4E-235C01C2C63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dora"/>
        </a:ext>
      </dgm:extLst>
    </dgm:pt>
    <dgm:pt modelId="{BCB71B66-9651-4789-BF53-0D259DB97F04}" type="pres">
      <dgm:prSet presAssocID="{CD8353E1-2605-4B80-AB4E-235C01C2C636}" presName="spaceRect" presStyleCnt="0"/>
      <dgm:spPr/>
    </dgm:pt>
    <dgm:pt modelId="{A0DB8A54-C89C-4602-ADF8-2D6840129665}" type="pres">
      <dgm:prSet presAssocID="{CD8353E1-2605-4B80-AB4E-235C01C2C636}" presName="textRect" presStyleLbl="revTx" presStyleIdx="0" presStyleCnt="4">
        <dgm:presLayoutVars>
          <dgm:chMax val="1"/>
          <dgm:chPref val="1"/>
        </dgm:presLayoutVars>
      </dgm:prSet>
      <dgm:spPr/>
    </dgm:pt>
    <dgm:pt modelId="{1337434A-2DCE-4741-A71F-29AD720D546D}" type="pres">
      <dgm:prSet presAssocID="{3516C657-53F5-437C-843D-D91EDF92B6F0}" presName="sibTrans" presStyleCnt="0"/>
      <dgm:spPr/>
    </dgm:pt>
    <dgm:pt modelId="{F86FB7AB-B36D-401D-B553-1E03EDDB13F1}" type="pres">
      <dgm:prSet presAssocID="{AEC8C750-326D-4695-AF61-FE823C01CB2A}" presName="compNode" presStyleCnt="0"/>
      <dgm:spPr/>
    </dgm:pt>
    <dgm:pt modelId="{C58921DC-1EBD-4F3E-9FB6-1DD396980C8D}" type="pres">
      <dgm:prSet presAssocID="{AEC8C750-326D-4695-AF61-FE823C01CB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EBDC65F-2F87-49ED-B2DC-920BFD465685}" type="pres">
      <dgm:prSet presAssocID="{AEC8C750-326D-4695-AF61-FE823C01CB2A}" presName="spaceRect" presStyleCnt="0"/>
      <dgm:spPr/>
    </dgm:pt>
    <dgm:pt modelId="{682FB55B-651C-4A0A-9097-8F2D3387EC31}" type="pres">
      <dgm:prSet presAssocID="{AEC8C750-326D-4695-AF61-FE823C01CB2A}" presName="textRect" presStyleLbl="revTx" presStyleIdx="1" presStyleCnt="4">
        <dgm:presLayoutVars>
          <dgm:chMax val="1"/>
          <dgm:chPref val="1"/>
        </dgm:presLayoutVars>
      </dgm:prSet>
      <dgm:spPr/>
    </dgm:pt>
    <dgm:pt modelId="{9DE20C08-E230-4A9A-BE64-9354F277D116}" type="pres">
      <dgm:prSet presAssocID="{A15AF631-1704-4FF3-B4D3-34FC068ABA54}" presName="sibTrans" presStyleCnt="0"/>
      <dgm:spPr/>
    </dgm:pt>
    <dgm:pt modelId="{238F39F6-3321-4AEA-B150-BD2A76F9F9AA}" type="pres">
      <dgm:prSet presAssocID="{22BC347A-00E4-424B-B310-7A6A3BDF4138}" presName="compNode" presStyleCnt="0"/>
      <dgm:spPr/>
    </dgm:pt>
    <dgm:pt modelId="{4C20EFE4-6407-4C0E-8467-3846FD2622E0}" type="pres">
      <dgm:prSet presAssocID="{22BC347A-00E4-424B-B310-7A6A3BDF41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64D5F8D5-453C-4E80-83F2-7DD067476D5A}" type="pres">
      <dgm:prSet presAssocID="{22BC347A-00E4-424B-B310-7A6A3BDF4138}" presName="spaceRect" presStyleCnt="0"/>
      <dgm:spPr/>
    </dgm:pt>
    <dgm:pt modelId="{20BB7C46-D1CA-427A-A238-E5EFE5528737}" type="pres">
      <dgm:prSet presAssocID="{22BC347A-00E4-424B-B310-7A6A3BDF4138}" presName="textRect" presStyleLbl="revTx" presStyleIdx="2" presStyleCnt="4">
        <dgm:presLayoutVars>
          <dgm:chMax val="1"/>
          <dgm:chPref val="1"/>
        </dgm:presLayoutVars>
      </dgm:prSet>
      <dgm:spPr/>
    </dgm:pt>
    <dgm:pt modelId="{B9027209-1253-4DCB-B346-11B921C1E68D}" type="pres">
      <dgm:prSet presAssocID="{4939ECC3-9EA2-45BA-99A2-9F7ABC040907}" presName="sibTrans" presStyleCnt="0"/>
      <dgm:spPr/>
    </dgm:pt>
    <dgm:pt modelId="{43A2FC9C-9364-4C5D-9F08-C28161219EEC}" type="pres">
      <dgm:prSet presAssocID="{25908856-8D06-4550-9479-6D5C2C49FA09}" presName="compNode" presStyleCnt="0"/>
      <dgm:spPr/>
    </dgm:pt>
    <dgm:pt modelId="{DFCE15D9-601E-42D0-A4C1-3621E4B3F74B}" type="pres">
      <dgm:prSet presAssocID="{25908856-8D06-4550-9479-6D5C2C49FA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D36631B9-48EC-4145-B4F9-1916431BC403}" type="pres">
      <dgm:prSet presAssocID="{25908856-8D06-4550-9479-6D5C2C49FA09}" presName="spaceRect" presStyleCnt="0"/>
      <dgm:spPr/>
    </dgm:pt>
    <dgm:pt modelId="{014CB408-834C-40C5-80CA-7F74DFE9F2D9}" type="pres">
      <dgm:prSet presAssocID="{25908856-8D06-4550-9479-6D5C2C49FA0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2334845-B628-44AC-AF61-A0F0FE40EF18}" srcId="{C8C20747-2D2E-489B-9782-BD7C18F4420A}" destId="{AEC8C750-326D-4695-AF61-FE823C01CB2A}" srcOrd="1" destOrd="0" parTransId="{0C2AD80A-8386-4F2E-A6BE-1A106EA9B527}" sibTransId="{A15AF631-1704-4FF3-B4D3-34FC068ABA54}"/>
    <dgm:cxn modelId="{0FE01256-2138-4659-8BB0-A5803DD1ABBA}" type="presOf" srcId="{AEC8C750-326D-4695-AF61-FE823C01CB2A}" destId="{682FB55B-651C-4A0A-9097-8F2D3387EC31}" srcOrd="0" destOrd="0" presId="urn:microsoft.com/office/officeart/2018/2/layout/IconLabelList"/>
    <dgm:cxn modelId="{A5151092-CB6F-4DB2-A1CD-D6CCE98A76D2}" srcId="{C8C20747-2D2E-489B-9782-BD7C18F4420A}" destId="{25908856-8D06-4550-9479-6D5C2C49FA09}" srcOrd="3" destOrd="0" parTransId="{F58EEE0F-C346-4E7D-B8CE-C0CFB6CDE8A7}" sibTransId="{4811AE9B-4DAA-4467-A528-EF16B777E7E4}"/>
    <dgm:cxn modelId="{04C01E9E-02C5-4BDB-8041-AC88F0C20311}" type="presOf" srcId="{C8C20747-2D2E-489B-9782-BD7C18F4420A}" destId="{04C76627-7663-4C0A-93B6-60FB08EFF7DE}" srcOrd="0" destOrd="0" presId="urn:microsoft.com/office/officeart/2018/2/layout/IconLabelList"/>
    <dgm:cxn modelId="{28FDEAA3-BE1F-4415-8045-3DF8F9C4008F}" srcId="{C8C20747-2D2E-489B-9782-BD7C18F4420A}" destId="{CD8353E1-2605-4B80-AB4E-235C01C2C636}" srcOrd="0" destOrd="0" parTransId="{8C33AA4C-69AD-4B2A-9586-DADE283D7269}" sibTransId="{3516C657-53F5-437C-843D-D91EDF92B6F0}"/>
    <dgm:cxn modelId="{C447A6DC-F013-453F-9062-D615E9E79145}" type="presOf" srcId="{CD8353E1-2605-4B80-AB4E-235C01C2C636}" destId="{A0DB8A54-C89C-4602-ADF8-2D6840129665}" srcOrd="0" destOrd="0" presId="urn:microsoft.com/office/officeart/2018/2/layout/IconLabelList"/>
    <dgm:cxn modelId="{774935E3-B0FA-4C53-B012-ECB2D588472A}" type="presOf" srcId="{22BC347A-00E4-424B-B310-7A6A3BDF4138}" destId="{20BB7C46-D1CA-427A-A238-E5EFE5528737}" srcOrd="0" destOrd="0" presId="urn:microsoft.com/office/officeart/2018/2/layout/IconLabelList"/>
    <dgm:cxn modelId="{B7B06FE5-1301-49CA-9F09-382CDB2CF7A7}" type="presOf" srcId="{25908856-8D06-4550-9479-6D5C2C49FA09}" destId="{014CB408-834C-40C5-80CA-7F74DFE9F2D9}" srcOrd="0" destOrd="0" presId="urn:microsoft.com/office/officeart/2018/2/layout/IconLabelList"/>
    <dgm:cxn modelId="{6B7EAFEE-1493-40E9-95AE-FCA2169C9F13}" srcId="{C8C20747-2D2E-489B-9782-BD7C18F4420A}" destId="{22BC347A-00E4-424B-B310-7A6A3BDF4138}" srcOrd="2" destOrd="0" parTransId="{1A2714D4-C176-414A-B059-9117079E7729}" sibTransId="{4939ECC3-9EA2-45BA-99A2-9F7ABC040907}"/>
    <dgm:cxn modelId="{7B98D69D-640C-471B-86CD-63D092D8BA71}" type="presParOf" srcId="{04C76627-7663-4C0A-93B6-60FB08EFF7DE}" destId="{FF5222E2-0C36-4C22-9521-6FF3BA73901A}" srcOrd="0" destOrd="0" presId="urn:microsoft.com/office/officeart/2018/2/layout/IconLabelList"/>
    <dgm:cxn modelId="{B083DF05-3AD6-4D78-AB48-B1E0AD8AAEFE}" type="presParOf" srcId="{FF5222E2-0C36-4C22-9521-6FF3BA73901A}" destId="{146CBCED-4BC2-429E-B604-2CEEA8E76025}" srcOrd="0" destOrd="0" presId="urn:microsoft.com/office/officeart/2018/2/layout/IconLabelList"/>
    <dgm:cxn modelId="{1DFB19B4-8330-4CE4-AD20-AEDE01A85B0C}" type="presParOf" srcId="{FF5222E2-0C36-4C22-9521-6FF3BA73901A}" destId="{BCB71B66-9651-4789-BF53-0D259DB97F04}" srcOrd="1" destOrd="0" presId="urn:microsoft.com/office/officeart/2018/2/layout/IconLabelList"/>
    <dgm:cxn modelId="{C0F3B663-47C5-4892-83AC-2B2196DA55B7}" type="presParOf" srcId="{FF5222E2-0C36-4C22-9521-6FF3BA73901A}" destId="{A0DB8A54-C89C-4602-ADF8-2D6840129665}" srcOrd="2" destOrd="0" presId="urn:microsoft.com/office/officeart/2018/2/layout/IconLabelList"/>
    <dgm:cxn modelId="{84F9AA32-30DC-4C88-B073-206FB52C5578}" type="presParOf" srcId="{04C76627-7663-4C0A-93B6-60FB08EFF7DE}" destId="{1337434A-2DCE-4741-A71F-29AD720D546D}" srcOrd="1" destOrd="0" presId="urn:microsoft.com/office/officeart/2018/2/layout/IconLabelList"/>
    <dgm:cxn modelId="{142BF326-B9FC-4CCE-B6AB-3157F0FA9180}" type="presParOf" srcId="{04C76627-7663-4C0A-93B6-60FB08EFF7DE}" destId="{F86FB7AB-B36D-401D-B553-1E03EDDB13F1}" srcOrd="2" destOrd="0" presId="urn:microsoft.com/office/officeart/2018/2/layout/IconLabelList"/>
    <dgm:cxn modelId="{4A6E9DE4-8A89-4407-B1EB-EF96C19C2544}" type="presParOf" srcId="{F86FB7AB-B36D-401D-B553-1E03EDDB13F1}" destId="{C58921DC-1EBD-4F3E-9FB6-1DD396980C8D}" srcOrd="0" destOrd="0" presId="urn:microsoft.com/office/officeart/2018/2/layout/IconLabelList"/>
    <dgm:cxn modelId="{3CE32139-CBF5-4A1D-8469-C4B5C7C7608D}" type="presParOf" srcId="{F86FB7AB-B36D-401D-B553-1E03EDDB13F1}" destId="{BEBDC65F-2F87-49ED-B2DC-920BFD465685}" srcOrd="1" destOrd="0" presId="urn:microsoft.com/office/officeart/2018/2/layout/IconLabelList"/>
    <dgm:cxn modelId="{6AA3514D-D936-4707-A9AD-53D687C5A0E3}" type="presParOf" srcId="{F86FB7AB-B36D-401D-B553-1E03EDDB13F1}" destId="{682FB55B-651C-4A0A-9097-8F2D3387EC31}" srcOrd="2" destOrd="0" presId="urn:microsoft.com/office/officeart/2018/2/layout/IconLabelList"/>
    <dgm:cxn modelId="{7F5CE5D4-17CB-49AF-A713-90117764E556}" type="presParOf" srcId="{04C76627-7663-4C0A-93B6-60FB08EFF7DE}" destId="{9DE20C08-E230-4A9A-BE64-9354F277D116}" srcOrd="3" destOrd="0" presId="urn:microsoft.com/office/officeart/2018/2/layout/IconLabelList"/>
    <dgm:cxn modelId="{C4DF2A52-8D93-4456-9251-801CC6B48026}" type="presParOf" srcId="{04C76627-7663-4C0A-93B6-60FB08EFF7DE}" destId="{238F39F6-3321-4AEA-B150-BD2A76F9F9AA}" srcOrd="4" destOrd="0" presId="urn:microsoft.com/office/officeart/2018/2/layout/IconLabelList"/>
    <dgm:cxn modelId="{9B56A71B-9B27-4B9E-ACF2-79AACA0E405F}" type="presParOf" srcId="{238F39F6-3321-4AEA-B150-BD2A76F9F9AA}" destId="{4C20EFE4-6407-4C0E-8467-3846FD2622E0}" srcOrd="0" destOrd="0" presId="urn:microsoft.com/office/officeart/2018/2/layout/IconLabelList"/>
    <dgm:cxn modelId="{712B867A-44EA-4945-8FDB-F986C007F10D}" type="presParOf" srcId="{238F39F6-3321-4AEA-B150-BD2A76F9F9AA}" destId="{64D5F8D5-453C-4E80-83F2-7DD067476D5A}" srcOrd="1" destOrd="0" presId="urn:microsoft.com/office/officeart/2018/2/layout/IconLabelList"/>
    <dgm:cxn modelId="{D5F2034D-EBAB-434D-98A5-9C4258F21AE5}" type="presParOf" srcId="{238F39F6-3321-4AEA-B150-BD2A76F9F9AA}" destId="{20BB7C46-D1CA-427A-A238-E5EFE5528737}" srcOrd="2" destOrd="0" presId="urn:microsoft.com/office/officeart/2018/2/layout/IconLabelList"/>
    <dgm:cxn modelId="{155093EE-337E-44D8-B06C-8B76D3D6CDD2}" type="presParOf" srcId="{04C76627-7663-4C0A-93B6-60FB08EFF7DE}" destId="{B9027209-1253-4DCB-B346-11B921C1E68D}" srcOrd="5" destOrd="0" presId="urn:microsoft.com/office/officeart/2018/2/layout/IconLabelList"/>
    <dgm:cxn modelId="{3D46281E-B89D-4E8E-A4C1-65C007D70074}" type="presParOf" srcId="{04C76627-7663-4C0A-93B6-60FB08EFF7DE}" destId="{43A2FC9C-9364-4C5D-9F08-C28161219EEC}" srcOrd="6" destOrd="0" presId="urn:microsoft.com/office/officeart/2018/2/layout/IconLabelList"/>
    <dgm:cxn modelId="{68822F33-C6B9-4DA5-9E40-888ACA705005}" type="presParOf" srcId="{43A2FC9C-9364-4C5D-9F08-C28161219EEC}" destId="{DFCE15D9-601E-42D0-A4C1-3621E4B3F74B}" srcOrd="0" destOrd="0" presId="urn:microsoft.com/office/officeart/2018/2/layout/IconLabelList"/>
    <dgm:cxn modelId="{0D91395E-8873-4F4B-B8E3-110DD742690D}" type="presParOf" srcId="{43A2FC9C-9364-4C5D-9F08-C28161219EEC}" destId="{D36631B9-48EC-4145-B4F9-1916431BC403}" srcOrd="1" destOrd="0" presId="urn:microsoft.com/office/officeart/2018/2/layout/IconLabelList"/>
    <dgm:cxn modelId="{71D28E94-EC16-4137-BE5C-4BF5FDAD1352}" type="presParOf" srcId="{43A2FC9C-9364-4C5D-9F08-C28161219EEC}" destId="{014CB408-834C-40C5-80CA-7F74DFE9F2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1AF5E-97EA-4915-B95E-BEB63CC00FFB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A28DD-977D-48E7-9EB6-89C70CBA2950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B5CA6-D96C-4640-8DB4-37F8389AEC9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800" b="1" kern="1200"/>
            <a:t>Proteger la información sensible</a:t>
          </a:r>
          <a:r>
            <a:rPr lang="es-419" sz="1800" kern="1200"/>
            <a:t>.</a:t>
          </a:r>
          <a:endParaRPr lang="en-US" sz="1800" kern="1200"/>
        </a:p>
      </dsp:txBody>
      <dsp:txXfrm>
        <a:off x="93445" y="3018902"/>
        <a:ext cx="3206250" cy="720000"/>
      </dsp:txXfrm>
    </dsp:sp>
    <dsp:sp modelId="{B3E3FD0C-F544-494A-B824-F3C2C34F1257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D2750-876A-4F75-971E-4644E3440A0F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E04AD-DF60-4B0F-9A6A-D71EF77C9276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800" b="1" kern="1200"/>
            <a:t>Evitar accesos no autorizados</a:t>
          </a:r>
          <a:r>
            <a:rPr lang="es-419" sz="1800" kern="1200"/>
            <a:t>.</a:t>
          </a:r>
          <a:endParaRPr lang="en-US" sz="1800" kern="1200"/>
        </a:p>
      </dsp:txBody>
      <dsp:txXfrm>
        <a:off x="3860789" y="3018902"/>
        <a:ext cx="3206250" cy="720000"/>
      </dsp:txXfrm>
    </dsp:sp>
    <dsp:sp modelId="{350A1378-C95B-4228-8CF6-51FBBB09693D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7BF0A-2FDD-469D-A5A4-1531CB7A5CF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FC632-4CF0-4CC1-8C8B-653D398B44E5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800" b="1" kern="1200"/>
            <a:t>Garantizar la integridad y disponibilidad</a:t>
          </a:r>
          <a:r>
            <a:rPr lang="es-419" sz="1800" kern="1200"/>
            <a:t> del sistema.</a:t>
          </a:r>
          <a:endParaRPr lang="en-US" sz="18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91070-3659-45AE-8536-02B327D8F3E0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100" kern="1200"/>
            <a:t>Evitar pérdida o manipulación de datos.</a:t>
          </a:r>
          <a:endParaRPr lang="en-US" sz="3100" kern="1200"/>
        </a:p>
      </dsp:txBody>
      <dsp:txXfrm>
        <a:off x="84655" y="121095"/>
        <a:ext cx="6497523" cy="1564849"/>
      </dsp:txXfrm>
    </dsp:sp>
    <dsp:sp modelId="{7CBFE9BB-8E19-4D71-975C-338363A8B5EF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100" kern="1200"/>
            <a:t>Impedir el mal uso del sistema.</a:t>
          </a:r>
          <a:endParaRPr lang="en-US" sz="3100" kern="1200"/>
        </a:p>
      </dsp:txBody>
      <dsp:txXfrm>
        <a:off x="84655" y="1944535"/>
        <a:ext cx="6497523" cy="1564849"/>
      </dsp:txXfrm>
    </dsp:sp>
    <dsp:sp modelId="{173E00D1-6826-4639-A351-44FA4B243AE2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100" kern="1200"/>
            <a:t>Cumplir con normas y regulaciones (ej. GDPR, ISO/IEC 27001).Aumentar la confianza del usuario final.</a:t>
          </a:r>
          <a:endParaRPr lang="en-US" sz="3100" kern="1200"/>
        </a:p>
      </dsp:txBody>
      <dsp:txXfrm>
        <a:off x="84655" y="3767974"/>
        <a:ext cx="6497523" cy="1564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B89D7-C188-4005-81C1-05D710AF3E11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18970-C0BE-4B00-89AA-AB81204670AF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24446-1665-4361-A341-405F6D473F33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500" kern="1200"/>
            <a:t>Inyecciones SQL</a:t>
          </a:r>
          <a:endParaRPr lang="en-US" sz="1500" kern="1200"/>
        </a:p>
      </dsp:txBody>
      <dsp:txXfrm>
        <a:off x="333914" y="2456402"/>
        <a:ext cx="1800000" cy="720000"/>
      </dsp:txXfrm>
    </dsp:sp>
    <dsp:sp modelId="{DE42D965-C76D-4D3A-9885-8DFD0F1FFEB2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7F230-AD23-4951-9B32-B6FBAEAA4F4C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5F574-E198-4464-8F6F-EE0D3BD07A8B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500" kern="1200"/>
            <a:t>XSS (Cross-Site Scripting)</a:t>
          </a:r>
          <a:endParaRPr lang="en-US" sz="1500" kern="1200"/>
        </a:p>
      </dsp:txBody>
      <dsp:txXfrm>
        <a:off x="2448914" y="2456402"/>
        <a:ext cx="1800000" cy="720000"/>
      </dsp:txXfrm>
    </dsp:sp>
    <dsp:sp modelId="{5EF07EB9-E932-4727-A84C-141773F612A0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8CCCE-1D7F-4BF5-AD24-C5D994051D7E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FD2A5-C49B-437F-8466-62DA55A2F1EC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500" kern="1200"/>
            <a:t>Autenticación insegura</a:t>
          </a:r>
          <a:endParaRPr lang="en-US" sz="1500" kern="1200"/>
        </a:p>
      </dsp:txBody>
      <dsp:txXfrm>
        <a:off x="4563914" y="2456402"/>
        <a:ext cx="1800000" cy="720000"/>
      </dsp:txXfrm>
    </dsp:sp>
    <dsp:sp modelId="{AA5A7738-7747-453C-8941-F249DCB43320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36E2A-24AB-4BFA-9C06-FE529DB558F4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F625D-C71B-4596-A12E-36CAFCC44621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500" kern="1200"/>
            <a:t>Desbordamientos de búfer</a:t>
          </a:r>
          <a:endParaRPr lang="en-US" sz="1500" kern="1200"/>
        </a:p>
      </dsp:txBody>
      <dsp:txXfrm>
        <a:off x="6678914" y="2456402"/>
        <a:ext cx="1800000" cy="720000"/>
      </dsp:txXfrm>
    </dsp:sp>
    <dsp:sp modelId="{3EDADA1C-1DC3-4302-BB4D-34D32C47283B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51E1C3-8C16-49BE-A242-9B7DD718B94A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DD14C-A4F4-4B68-9B13-F8E42129A235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419" sz="1500" kern="1200"/>
            <a:t>Dependencias inseguras</a:t>
          </a:r>
          <a:endParaRPr lang="en-US" sz="1500" kern="1200"/>
        </a:p>
      </dsp:txBody>
      <dsp:txXfrm>
        <a:off x="8793914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CBCED-4BC2-429E-B604-2CEEA8E7602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8A54-C89C-4602-ADF8-2D6840129665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/>
            <a:t>Económicos: reparaciones, demandas, pérdida de ventas.</a:t>
          </a:r>
          <a:endParaRPr lang="en-US" sz="1600" kern="1200"/>
        </a:p>
      </dsp:txBody>
      <dsp:txXfrm>
        <a:off x="100682" y="2427484"/>
        <a:ext cx="2370489" cy="720000"/>
      </dsp:txXfrm>
    </dsp:sp>
    <dsp:sp modelId="{C58921DC-1EBD-4F3E-9FB6-1DD396980C8D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FB55B-651C-4A0A-9097-8F2D3387EC31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/>
            <a:t>Técnicos: interrupción de servicios, pérdida de datos.</a:t>
          </a:r>
          <a:endParaRPr lang="en-US" sz="1600" kern="1200"/>
        </a:p>
      </dsp:txBody>
      <dsp:txXfrm>
        <a:off x="2886007" y="2427484"/>
        <a:ext cx="2370489" cy="720000"/>
      </dsp:txXfrm>
    </dsp:sp>
    <dsp:sp modelId="{4C20EFE4-6407-4C0E-8467-3846FD2622E0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B7C46-D1CA-427A-A238-E5EFE5528737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/>
            <a:t>Reputacionales: pérdida de confianza del público.</a:t>
          </a:r>
          <a:endParaRPr lang="en-US" sz="1600" kern="1200"/>
        </a:p>
      </dsp:txBody>
      <dsp:txXfrm>
        <a:off x="5671332" y="2427484"/>
        <a:ext cx="2370489" cy="720000"/>
      </dsp:txXfrm>
    </dsp:sp>
    <dsp:sp modelId="{DFCE15D9-601E-42D0-A4C1-3621E4B3F74B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CB408-834C-40C5-80CA-7F74DFE9F2D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/>
            <a:t>Legales: sanciones, auditorías, cumplimiento normativo.</a:t>
          </a:r>
          <a:endParaRPr lang="en-US" sz="16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FB012-E420-4B95-AE63-A8D98F1E9FF8}" type="datetime1">
              <a:rPr lang="es-ES" smtClean="0"/>
              <a:t>28/04/2025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83E88-2765-4140-A04D-8B1D491FFF4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28893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BEC11F6-780B-4A70-BC74-0ABACE79CAA5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727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ES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4136A-E29E-5529-08C1-D21AE9AC9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16D466-49D3-BD8C-57C7-A5296C78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FE55E2-058E-44A3-7D80-648BB8CA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6A68B7-4EAD-0820-3FE0-BD9AC58E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D5DAD6-3A2B-5670-A384-3C58D06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737661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2A496-BB43-7322-AAC7-9B72C6D5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569C0-BB05-203E-F3D7-589485E08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ABE6DB-CD62-F0BB-AFFE-6C1F8278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E5CBD-F4FB-05B0-F922-FCCDE944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0BEB65-F6E8-6FBE-4AE6-589455C9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892473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B0CB9-3E55-57BB-904F-FB9CA887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CE522-6813-1C1D-E989-F1F972CB1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9F9D19-14A2-DAFD-E0DA-A897AE5D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CEA549-D5CD-4EAF-92DD-F120BAE2B00B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E8E93A-D4C5-D4C2-CC7E-3FCD25D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AA49A-26E0-65B7-3B28-179EC39E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7371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85290-88FB-9709-938D-E6BB5DBB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81544-35A2-F5EE-C34F-E3947ACD7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58CC45-9549-97A6-4E0C-978B4DDB9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443B75-DE34-19C5-F65B-9D4AFEC2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28A9CA-211C-EBE3-5303-AD0A14DB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E95F49-4872-82F0-C43C-A2A4FAE9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002236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269A5-51C4-8461-E815-2B9EB591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D81F26-0FEA-F25C-AFAA-7AF12F6A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E088FE-E448-01D6-4B6C-EF8B0623A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874920-F511-F466-019B-1C51FB1B2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2F15E1-4C42-5ADE-55F6-2EBEA5978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FD51A8-6521-6A7C-BBBB-52F4C6EA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9E704EA-5CB1-494A-9524-E0FAE6BBE6C4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0C08E4-6812-ECE2-7403-BAC74708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37CE52-69EF-053B-F6E2-3C2BD973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0611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A08FD-0CBF-DFCE-2053-AB9C781C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8395FB-28FD-B47F-0A51-E16B3C40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E842E49-C804-4EEC-9941-A438EC0B005D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0C82C9-32D7-EC1C-3BD8-1AB4BF65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5BDB4F-62B1-5CB3-0C19-AD6CFCF7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12215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B8EB79-8112-DB87-4269-842D7035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CB7135-DC88-46C5-8577-B4652D9D518F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762DED-EA1D-05EE-3E44-D505A1B2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3BB8ED-BC54-0139-F3AF-155E6E03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8768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C8E9A-6EC0-CD7F-6658-E4F32B07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969A63-049A-F363-5553-C73084B6F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86CFB4-506B-7D9C-EFCB-E6E54A85F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3C1826-D828-B108-DC25-D7E87D5D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B0BDDAF-5FB4-4645-B812-33656A6F2B85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46B780-1E72-908D-1ED2-7C73F99C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52EDEE-3290-32CF-D5FF-209B9EA2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0482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6266D-F780-7CE9-3003-4D6EFFAB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D34CEC-3B1B-F822-5F2C-C7A0CB06B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AC2CA1-4616-3C36-C3E5-F5C42040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5720E7-9C8D-104D-8A9A-C6BE5C96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90763E-7B76-2B3B-A9EF-CCCDC2A2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699BA4-F8F2-51F8-ADA6-09608079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601059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758CE-E8FB-15AF-52FD-423BA544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F928A1-7514-D40F-BB4C-44403444D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79D243-6764-ABAE-0892-B5D2ACED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5622E7-8B3A-F962-C4B5-4D8A5630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434EB-E267-331F-4572-5DCFFA7B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337096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BDFB82-E52C-831C-9339-054D70E7D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B890E4-A30D-235A-E6DD-F00C03700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19EC2-4233-6A6F-3FCF-95B9A0C1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2C9EE8-792F-CB7F-C299-2524F43A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C82B3B-43A3-23AB-C447-CC523F6F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79612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9EBEA5-826E-D95E-836E-5C9CBA8C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DEF8B-9121-CD37-59C9-12CEBEF08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5E8CBC-D727-63D3-BDF1-37CAF402B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7305C6AA-9D71-4080-8813-13E932244C60}" type="datetime1">
              <a:rPr lang="es-ES" noProof="0" smtClean="0"/>
              <a:t>28/04/2025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52D9DA-FBE6-E9A4-FB6C-3EDFC6FC4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9977B-A25A-0C8A-17B1-76ADED372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2251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612335" cy="2420504"/>
          </a:xfrm>
        </p:spPr>
        <p:txBody>
          <a:bodyPr rtlCol="0">
            <a:normAutofit/>
          </a:bodyPr>
          <a:lstStyle/>
          <a:p>
            <a:pPr algn="l"/>
            <a:r>
              <a:rPr lang="es-419" sz="3600" b="0" i="0" u="none" strike="noStrike" baseline="0" dirty="0">
                <a:latin typeface="Arial" panose="020B0604020202020204" pitchFamily="34" charset="0"/>
              </a:rPr>
              <a:t>Introducción y Estudio de Vulnerabilidades</a:t>
            </a:r>
            <a:endParaRPr lang="es-ES" sz="66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2" name="Rectangle 3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Agenda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6900" lvl="0"/>
            <a:r>
              <a:rPr lang="en-US" sz="2000"/>
              <a:t>¿Qué es la Seguridad del Software?</a:t>
            </a:r>
          </a:p>
          <a:p>
            <a:pPr marL="36900" lvl="0"/>
            <a:r>
              <a:rPr lang="en-US" sz="2000"/>
              <a:t>Importancia de la Seguridad en el Software</a:t>
            </a:r>
          </a:p>
          <a:p>
            <a:pPr marL="36900" lvl="0"/>
            <a:r>
              <a:rPr lang="en-US" sz="2000"/>
              <a:t>Las Vulnerabilidades y sus Costes</a:t>
            </a:r>
          </a:p>
          <a:p>
            <a:pPr marL="36900" lvl="0"/>
            <a:r>
              <a:rPr lang="en-US" sz="2000"/>
              <a:t>Gestión de Riesgos de Seguridad del Software</a:t>
            </a:r>
          </a:p>
          <a:p>
            <a:pPr marL="36900"/>
            <a:r>
              <a:rPr lang="en-US" sz="2000"/>
              <a:t> Propiedades del Software Seguro y Resiliente</a:t>
            </a:r>
          </a:p>
          <a:p>
            <a:pPr marL="36900"/>
            <a:r>
              <a:rPr lang="en-US" sz="2000"/>
              <a:t>Conceptos de Seguridad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3D8C68-9A86-148D-F734-724228964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419" sz="4800">
                <a:solidFill>
                  <a:srgbClr val="FFFFFF"/>
                </a:solidFill>
              </a:rPr>
              <a:t>¿Qué es la seguridad del software?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9FC1FF-798A-8124-D29D-271704E07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419"/>
              <a:t>La seguridad del software es la capacidad de un programa para resistir, prevenir y recuperarse de ataques maliciosos, errores y accesos no autorizados, manteniendo la confidencialidad, integridad y disponibilidad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87772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186B7-8B08-F355-799D-CBB22EA5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419" sz="2800" b="1">
                <a:solidFill>
                  <a:srgbClr val="FFFFFF"/>
                </a:solidFill>
              </a:rPr>
              <a:t>Objetivos principales</a:t>
            </a:r>
            <a:br>
              <a:rPr lang="es-419" sz="2800" b="1">
                <a:solidFill>
                  <a:srgbClr val="FFFFFF"/>
                </a:solidFill>
              </a:rPr>
            </a:br>
            <a:endParaRPr lang="es-419" sz="28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35959AC-94C1-B5C1-8CEC-40EFBEC34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4378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641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B3F60B-251B-162F-9CB9-A5EFDB67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419" sz="4000">
                <a:solidFill>
                  <a:srgbClr val="FFFFFF"/>
                </a:solidFill>
              </a:rPr>
              <a:t>Propósito de la seguridad del software</a:t>
            </a:r>
          </a:p>
        </p:txBody>
      </p:sp>
      <p:graphicFrame>
        <p:nvGraphicFramePr>
          <p:cNvPr id="23" name="Marcador de contenido 2">
            <a:extLst>
              <a:ext uri="{FF2B5EF4-FFF2-40B4-BE49-F238E27FC236}">
                <a16:creationId xmlns:a16="http://schemas.microsoft.com/office/drawing/2014/main" id="{64E3BB8D-0F37-1748-4562-A0AF23568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49724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034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6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9" name="Rectangle 2069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E08C83-4A93-BCF4-19BA-EA8E346E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 Importancia de la seguridad en el software</a:t>
            </a:r>
          </a:p>
        </p:txBody>
      </p:sp>
      <p:pic>
        <p:nvPicPr>
          <p:cNvPr id="2050" name="Picture 2" descr="Importancia De La Seguridad En El Desarrollo De Software Y Mejores Prácticas">
            <a:extLst>
              <a:ext uri="{FF2B5EF4-FFF2-40B4-BE49-F238E27FC236}">
                <a16:creationId xmlns:a16="http://schemas.microsoft.com/office/drawing/2014/main" id="{7E69D770-00B1-688D-8E72-BA99F61258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" r="-2" b="-2"/>
          <a:stretch/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D49D52-ACB4-F0C8-ABE2-461B9342E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5534" y="1350060"/>
            <a:ext cx="4555782" cy="3631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Un software </a:t>
            </a:r>
            <a:r>
              <a:rPr lang="en-US" sz="2000" dirty="0" err="1"/>
              <a:t>seguro</a:t>
            </a:r>
            <a:r>
              <a:rPr lang="en-US" sz="2000" dirty="0"/>
              <a:t> </a:t>
            </a:r>
            <a:r>
              <a:rPr lang="en-US" sz="2000" b="1" dirty="0"/>
              <a:t>protege la </a:t>
            </a:r>
            <a:r>
              <a:rPr lang="en-US" sz="2000" b="1" dirty="0" err="1"/>
              <a:t>privacidad</a:t>
            </a:r>
            <a:r>
              <a:rPr lang="en-US" sz="2000" dirty="0"/>
              <a:t>, </a:t>
            </a:r>
            <a:r>
              <a:rPr lang="en-US" sz="2000" dirty="0" err="1"/>
              <a:t>evita</a:t>
            </a:r>
            <a:r>
              <a:rPr lang="en-US" sz="2000" dirty="0"/>
              <a:t> </a:t>
            </a:r>
            <a:r>
              <a:rPr lang="en-US" sz="2000" b="1" dirty="0" err="1"/>
              <a:t>pérdidas</a:t>
            </a:r>
            <a:r>
              <a:rPr lang="en-US" sz="2000" b="1" dirty="0"/>
              <a:t> </a:t>
            </a:r>
            <a:r>
              <a:rPr lang="en-US" sz="2000" b="1" dirty="0" err="1"/>
              <a:t>económicas</a:t>
            </a:r>
            <a:r>
              <a:rPr lang="en-US" sz="2000" dirty="0"/>
              <a:t> y </a:t>
            </a:r>
            <a:r>
              <a:rPr lang="en-US" sz="2000" b="1" dirty="0" err="1"/>
              <a:t>garantiza</a:t>
            </a:r>
            <a:r>
              <a:rPr lang="en-US" sz="2000" b="1" dirty="0"/>
              <a:t> </a:t>
            </a:r>
            <a:r>
              <a:rPr lang="en-US" sz="2000" b="1" dirty="0" err="1"/>
              <a:t>confianza</a:t>
            </a:r>
            <a:r>
              <a:rPr lang="en-US" sz="2000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falta</a:t>
            </a:r>
            <a:r>
              <a:rPr lang="en-US" sz="2000" dirty="0"/>
              <a:t> de </a:t>
            </a:r>
            <a:r>
              <a:rPr lang="en-US" sz="2000" dirty="0" err="1"/>
              <a:t>seguridad</a:t>
            </a:r>
            <a:r>
              <a:rPr lang="en-US" sz="2000" dirty="0"/>
              <a:t>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causar</a:t>
            </a:r>
            <a:r>
              <a:rPr lang="en-US" sz="2000" dirty="0"/>
              <a:t> </a:t>
            </a:r>
            <a:r>
              <a:rPr lang="en-US" sz="2000" dirty="0" err="1"/>
              <a:t>filtraciones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, </a:t>
            </a:r>
            <a:r>
              <a:rPr lang="en-US" sz="2000" dirty="0" err="1"/>
              <a:t>fraudes</a:t>
            </a:r>
            <a:r>
              <a:rPr lang="en-US" sz="2000" dirty="0"/>
              <a:t> y </a:t>
            </a:r>
            <a:r>
              <a:rPr lang="en-US" sz="2000" dirty="0" err="1"/>
              <a:t>daños</a:t>
            </a:r>
            <a:r>
              <a:rPr lang="en-US" sz="2000" dirty="0"/>
              <a:t> a la </a:t>
            </a:r>
            <a:r>
              <a:rPr lang="en-US" sz="2000" dirty="0" err="1"/>
              <a:t>reputación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81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spositivo móvil con aplicaciones">
            <a:extLst>
              <a:ext uri="{FF2B5EF4-FFF2-40B4-BE49-F238E27FC236}">
                <a16:creationId xmlns:a16="http://schemas.microsoft.com/office/drawing/2014/main" id="{18849E4C-C7D3-9AAB-1628-E9AF9C36A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98" r="8027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77F276-6A95-3DD5-09F8-7B102022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419" sz="4000"/>
              <a:t>¿Por qué es importante?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4D74C-B2CC-7C37-32E3-48ACE3F1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s-419" sz="2000"/>
              <a:t>Las aplicaciones están cada vez más expuestas a internet.</a:t>
            </a:r>
          </a:p>
          <a:p>
            <a:r>
              <a:rPr lang="es-419" sz="2000"/>
              <a:t>Se maneja información personal, financiera, médica, empresarial.</a:t>
            </a:r>
          </a:p>
          <a:p>
            <a:r>
              <a:rPr lang="es-419" sz="2000"/>
              <a:t>Las fallas de seguridad pueden generar pérdidas millonarias, sanciones legales y daño reputacional.</a:t>
            </a:r>
          </a:p>
        </p:txBody>
      </p:sp>
    </p:spTree>
    <p:extLst>
      <p:ext uri="{BB962C8B-B14F-4D97-AF65-F5344CB8AC3E}">
        <p14:creationId xmlns:p14="http://schemas.microsoft.com/office/powerpoint/2010/main" val="384894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F5F91-D476-0FB4-64E5-504675C9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283945-DF1B-8CEA-5322-9D4B25C2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6295"/>
          </a:xfrm>
        </p:spPr>
        <p:txBody>
          <a:bodyPr/>
          <a:lstStyle/>
          <a:p>
            <a:r>
              <a:rPr lang="es-419" dirty="0"/>
              <a:t>Equifax (2017): filtración de datos personales de más de 147 millones de personas debido a una vulnerabilidad no corregida.</a:t>
            </a:r>
          </a:p>
          <a:p>
            <a:r>
              <a:rPr lang="es-419" dirty="0"/>
              <a:t>Costo estimado: más de 700 millones de dólares en multas y compensaciones.</a:t>
            </a:r>
          </a:p>
        </p:txBody>
      </p:sp>
    </p:spTree>
    <p:extLst>
      <p:ext uri="{BB962C8B-B14F-4D97-AF65-F5344CB8AC3E}">
        <p14:creationId xmlns:p14="http://schemas.microsoft.com/office/powerpoint/2010/main" val="4070219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68BCF-4A3B-3D61-BEBA-99094163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419" dirty="0"/>
              <a:t>Las vulnerabilidades y sus costes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2A0586-5126-6A22-B89D-E3646F8B8E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es-419" dirty="0"/>
              <a:t>Las </a:t>
            </a:r>
            <a:r>
              <a:rPr lang="es-419" b="1" dirty="0"/>
              <a:t>vulnerabilidades</a:t>
            </a:r>
            <a:r>
              <a:rPr lang="es-419" dirty="0"/>
              <a:t> son errores o fallos que pueden ser </a:t>
            </a:r>
            <a:r>
              <a:rPr lang="es-419" b="1" dirty="0"/>
              <a:t>explotados</a:t>
            </a:r>
            <a:r>
              <a:rPr lang="es-419" dirty="0"/>
              <a:t> para dañar, acceder o modificar el sistema.</a:t>
            </a:r>
          </a:p>
          <a:p>
            <a:r>
              <a:rPr lang="es-419" dirty="0"/>
              <a:t>Su impacto puede traducirse en </a:t>
            </a:r>
            <a:r>
              <a:rPr lang="es-419" b="1" dirty="0"/>
              <a:t>millones en pérdidas</a:t>
            </a:r>
            <a:r>
              <a:rPr lang="es-419" dirty="0"/>
              <a:t>, robo de datos y sanciones legales.</a:t>
            </a:r>
          </a:p>
        </p:txBody>
      </p:sp>
      <p:pic>
        <p:nvPicPr>
          <p:cNvPr id="3074" name="Picture 2" descr="Gestión de vulnerabilidades: qué es y sus fundamentos">
            <a:extLst>
              <a:ext uri="{FF2B5EF4-FFF2-40B4-BE49-F238E27FC236}">
                <a16:creationId xmlns:a16="http://schemas.microsoft.com/office/drawing/2014/main" id="{6A431A5F-13B8-BDAC-8D0A-41F6E3C6A5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543969"/>
            <a:ext cx="5181600" cy="291465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04461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5D03AE-4587-9DF8-6F51-138FBC0D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¿Qué es una vulnerabilidad?</a:t>
            </a:r>
          </a:p>
        </p:txBody>
      </p:sp>
    </p:spTree>
    <p:extLst>
      <p:ext uri="{BB962C8B-B14F-4D97-AF65-F5344CB8AC3E}">
        <p14:creationId xmlns:p14="http://schemas.microsoft.com/office/powerpoint/2010/main" val="150512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306519-A7A5-868A-D3C6-787ABB11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Tipos de vulnerabilidades comunes:</a:t>
            </a:r>
          </a:p>
        </p:txBody>
      </p:sp>
      <p:graphicFrame>
        <p:nvGraphicFramePr>
          <p:cNvPr id="21" name="Marcador de contenido 2">
            <a:extLst>
              <a:ext uri="{FF2B5EF4-FFF2-40B4-BE49-F238E27FC236}">
                <a16:creationId xmlns:a16="http://schemas.microsoft.com/office/drawing/2014/main" id="{7B36A7F7-972C-83FE-5D4B-59AE3F33D0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54550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14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E9AA1C-3977-8821-CB0D-C0586129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Costes de las vulnerabilidades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D82BC78-BD60-DC79-45A4-6C709DC56A0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9024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27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AD07D-D185-11A6-D5E8-85716330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Actividad</a:t>
            </a:r>
            <a:endParaRPr lang="es-419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CDAFBA-4362-162A-329A-E4216493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s-419" sz="2000" b="1"/>
              <a:t>Caso ficticio:</a:t>
            </a:r>
            <a:br>
              <a:rPr lang="es-419" sz="2000"/>
            </a:br>
            <a:r>
              <a:rPr lang="es-419" sz="2000"/>
              <a:t>Una pequeña empresa de e-commerce olvida actualizar una biblioteca vulnerable. Un atacante logra explotar la falla, accede a datos de tarjetas de crédito y el sitio se cae por 3 días.</a:t>
            </a:r>
          </a:p>
          <a:p>
            <a:pPr>
              <a:buNone/>
            </a:pPr>
            <a:r>
              <a:rPr lang="es-419" sz="2000"/>
              <a:t>🔎 Reflexiona: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2000"/>
              <a:t>¿Qué vulnerabilidad se aprovechó?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2000"/>
              <a:t>¿Cómo se pudo prevenir?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2000"/>
              <a:t>¿Qué daños se generaron?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419" sz="2000"/>
              <a:t>¿Qué medidas podrían implementarse?</a:t>
            </a:r>
          </a:p>
          <a:p>
            <a:endParaRPr lang="es-419" sz="2000"/>
          </a:p>
        </p:txBody>
      </p:sp>
    </p:spTree>
    <p:extLst>
      <p:ext uri="{BB962C8B-B14F-4D97-AF65-F5344CB8AC3E}">
        <p14:creationId xmlns:p14="http://schemas.microsoft.com/office/powerpoint/2010/main" val="92795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CAE263-B999-B79C-D1D8-54EC3D73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Gestión de riesgos de seguridad del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612A02-6C48-9B60-9EE6-D73998E8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La </a:t>
            </a:r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, </a:t>
            </a:r>
            <a:r>
              <a:rPr lang="en-US" dirty="0" err="1"/>
              <a:t>evaluar</a:t>
            </a:r>
            <a:r>
              <a:rPr lang="en-US" dirty="0"/>
              <a:t> y </a:t>
            </a:r>
            <a:r>
              <a:rPr lang="en-US" dirty="0" err="1"/>
              <a:t>mitigar</a:t>
            </a:r>
            <a:r>
              <a:rPr lang="en-US" dirty="0"/>
              <a:t> </a:t>
            </a:r>
            <a:r>
              <a:rPr lang="en-US" dirty="0" err="1"/>
              <a:t>amenazas</a:t>
            </a:r>
            <a:r>
              <a:rPr lang="en-US" dirty="0"/>
              <a:t> que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afectar</a:t>
            </a:r>
            <a:r>
              <a:rPr lang="en-US" dirty="0"/>
              <a:t> al software. Se </a:t>
            </a:r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r>
              <a:rPr lang="en-US" dirty="0"/>
              <a:t> del </a:t>
            </a:r>
            <a:r>
              <a:rPr lang="en-US" dirty="0" err="1"/>
              <a:t>desarrollo</a:t>
            </a:r>
            <a:r>
              <a:rPr lang="en-US" dirty="0"/>
              <a:t>.	</a:t>
            </a:r>
          </a:p>
        </p:txBody>
      </p:sp>
      <p:pic>
        <p:nvPicPr>
          <p:cNvPr id="5" name="Picture 4" descr="Un patrón en 3D de formas de anillos conectados por líneas">
            <a:extLst>
              <a:ext uri="{FF2B5EF4-FFF2-40B4-BE49-F238E27FC236}">
                <a16:creationId xmlns:a16="http://schemas.microsoft.com/office/drawing/2014/main" id="{46AF8EE0-B348-D137-D2FE-A328ED6E71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1" r="4133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2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A99B8F-9870-87D9-C905-3BEE232D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Propiedades del software seguro y resiliente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06C766-3090-0231-5317-E83FEF20B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Un software seguro presenta propiedades como:</a:t>
            </a:r>
          </a:p>
          <a:p>
            <a:r>
              <a:rPr lang="en-US" sz="2000" b="1"/>
              <a:t>Confidencialidad:</a:t>
            </a:r>
            <a:r>
              <a:rPr lang="en-US" sz="2000"/>
              <a:t> protege la información privada</a:t>
            </a:r>
          </a:p>
          <a:p>
            <a:r>
              <a:rPr lang="en-US" sz="2000" b="1"/>
              <a:t>Integridad:</a:t>
            </a:r>
            <a:r>
              <a:rPr lang="en-US" sz="2000"/>
              <a:t> garantiza que los datos no se alteren</a:t>
            </a:r>
          </a:p>
          <a:p>
            <a:r>
              <a:rPr lang="en-US" sz="2000" b="1"/>
              <a:t>Disponibilidad:</a:t>
            </a:r>
            <a:r>
              <a:rPr lang="en-US" sz="2000"/>
              <a:t> asegura que el sistema esté siempre accesible</a:t>
            </a:r>
          </a:p>
          <a:p>
            <a:r>
              <a:rPr lang="en-US" sz="2000" b="1"/>
              <a:t>Resiliencia:</a:t>
            </a:r>
            <a:r>
              <a:rPr lang="en-US" sz="2000"/>
              <a:t> puede recuperarse tras fallos o ataques</a:t>
            </a:r>
          </a:p>
          <a:p>
            <a:endParaRPr lang="en-US" sz="2000"/>
          </a:p>
        </p:txBody>
      </p:sp>
      <p:pic>
        <p:nvPicPr>
          <p:cNvPr id="5122" name="Picture 2" descr="Software Ciberseguridad - Software GRC">
            <a:extLst>
              <a:ext uri="{FF2B5EF4-FFF2-40B4-BE49-F238E27FC236}">
                <a16:creationId xmlns:a16="http://schemas.microsoft.com/office/drawing/2014/main" id="{1E589B4F-BC45-2A3D-73A2-6F9B2B06A68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911532" y="3308412"/>
            <a:ext cx="5150277" cy="206593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0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D94328-333E-304E-896D-8EBEE9B4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Conceptos básicos de seguridad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14C0B-8219-21D3-7887-17DC56E19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Autenticación: verificar la identidad de un usuario.</a:t>
            </a:r>
          </a:p>
          <a:p>
            <a:r>
              <a:rPr lang="en-US" sz="2000"/>
              <a:t>Autorización: dar acceso a recursos según roles.</a:t>
            </a:r>
          </a:p>
          <a:p>
            <a:r>
              <a:rPr lang="en-US" sz="2000"/>
              <a:t>Cifrado: proteger datos convirtiéndolos en código ilegible.</a:t>
            </a:r>
          </a:p>
          <a:p>
            <a:r>
              <a:rPr lang="en-US" sz="2000"/>
              <a:t>Hash: resumen único de datos, usado para validar integridad.</a:t>
            </a:r>
          </a:p>
          <a:p>
            <a:r>
              <a:rPr lang="en-US" sz="2000"/>
              <a:t>Firewall: barrera que filtra el tráfico de red malicioso.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Conceptos básicos - Seguridad informática">
            <a:extLst>
              <a:ext uri="{FF2B5EF4-FFF2-40B4-BE49-F238E27FC236}">
                <a16:creationId xmlns:a16="http://schemas.microsoft.com/office/drawing/2014/main" id="{BB301A18-495A-AEB7-B365-5DD975C2C70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075967" y="2062325"/>
            <a:ext cx="4170530" cy="276524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61895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578</Words>
  <Application>Microsoft Office PowerPoint</Application>
  <PresentationFormat>Panorámica</PresentationFormat>
  <Paragraphs>67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Tema de Office</vt:lpstr>
      <vt:lpstr>Introducción y Estudio de Vulnerabilidades</vt:lpstr>
      <vt:lpstr>Agenda</vt:lpstr>
      <vt:lpstr>¿Qué es la seguridad del software?</vt:lpstr>
      <vt:lpstr>Objetivos principales </vt:lpstr>
      <vt:lpstr>Propósito de la seguridad del software</vt:lpstr>
      <vt:lpstr> Importancia de la seguridad en el software</vt:lpstr>
      <vt:lpstr>¿Por qué es importante?</vt:lpstr>
      <vt:lpstr>Ejemplo</vt:lpstr>
      <vt:lpstr>Las vulnerabilidades y sus costes</vt:lpstr>
      <vt:lpstr>¿Qué es una vulnerabilidad?</vt:lpstr>
      <vt:lpstr>Tipos de vulnerabilidades comunes:</vt:lpstr>
      <vt:lpstr>Costes de las vulnerabilidades</vt:lpstr>
      <vt:lpstr>Actividad</vt:lpstr>
      <vt:lpstr>Gestión de riesgos de seguridad del software</vt:lpstr>
      <vt:lpstr>Propiedades del software seguro y resiliente</vt:lpstr>
      <vt:lpstr>Conceptos básicos de seguridad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LA TORRE RAMIREZ SAMI YARINA</dc:creator>
  <cp:lastModifiedBy>DE LA TORRE RAMIREZ SAMI YARINA</cp:lastModifiedBy>
  <cp:revision>2</cp:revision>
  <dcterms:created xsi:type="dcterms:W3CDTF">2025-04-24T04:29:26Z</dcterms:created>
  <dcterms:modified xsi:type="dcterms:W3CDTF">2025-04-28T17:23:15Z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