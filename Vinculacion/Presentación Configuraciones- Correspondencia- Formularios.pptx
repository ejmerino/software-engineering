
<file path=[Content_Types].xml><?xml version="1.0" encoding="utf-8"?>
<Types xmlns="http://schemas.openxmlformats.org/package/2006/content-types">
  <Default ContentType="image/jpeg" Extension="jpg"/>
  <Default ContentType="application/vnd.openxmlformats-officedocument.vmlDrawing" Extension="vml"/>
  <Default ContentType="application/vnd.openxmlformats-officedocument.oleObject" Extension="bin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drawingml.chart+xml" PartName="/ppt/charts/chart1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  <p:sldMasterId id="214748367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648">
          <p15:clr>
            <a:srgbClr val="A4A3A4"/>
          </p15:clr>
        </p15:guide>
        <p15:guide id="2" pos="2664">
          <p15:clr>
            <a:srgbClr val="A4A3A4"/>
          </p15:clr>
        </p15:guide>
        <p15:guide id="3" orient="horz" pos="2664">
          <p15:clr>
            <a:srgbClr val="A4A3A4"/>
          </p15:clr>
        </p15:guide>
        <p15:guide id="4" orient="horz" pos="3264">
          <p15:clr>
            <a:srgbClr val="A4A3A4"/>
          </p15:clr>
        </p15:guide>
      </p15:sldGuideLst>
    </p:ext>
    <p:ext uri="GoogleSlidesCustomDataVersion2">
      <go:slidesCustomData xmlns:go="http://customooxmlschemas.google.com/" r:id="rId53" roundtripDataSignature="AMtx7mg0mDknXuQku1YX01Gk+HaC3oWo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E668A3A-43F3-486C-AC8A-883A90ED3EB0}">
  <a:tblStyle styleId="{4E668A3A-43F3-486C-AC8A-883A90ED3EB0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3F9FA"/>
          </a:solidFill>
        </a:fill>
      </a:tcStyle>
    </a:wholeTbl>
    <a:band1H>
      <a:tcTxStyle b="off" i="off"/>
      <a:tcStyle>
        <a:fill>
          <a:solidFill>
            <a:srgbClr val="E7F3F4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E7F3F4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648" orient="horz"/>
        <p:guide pos="2664"/>
        <p:guide pos="2664" orient="horz"/>
        <p:guide pos="3264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customschemas.google.com/relationships/presentationmetadata" Target="metadata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oleObject" Target="Documento1!_1748693942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3232688492448405"/>
          <c:y val="9.3670596652198124E-2"/>
          <c:w val="0.5420588608069693"/>
          <c:h val="0.7967832078860316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'[Gráfico en Documento1]Hoja1'!$B$1</c:f>
              <c:strCache>
                <c:ptCount val="1"/>
                <c:pt idx="0">
                  <c:v>Comida</c:v>
                </c:pt>
              </c:strCache>
            </c:strRef>
          </c:tx>
          <c:invertIfNegative val="0"/>
          <c:cat>
            <c:strRef>
              <c:f>'[Gráfico en Documento1]Hoja1'!$A$2:$A$7</c:f>
              <c:strCache>
                <c:ptCount val="6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'[Gráfico en Documento1]Hoja1'!$B$2:$B$7</c:f>
              <c:numCache>
                <c:formatCode>General</c:formatCode>
                <c:ptCount val="6"/>
                <c:pt idx="0">
                  <c:v>12</c:v>
                </c:pt>
                <c:pt idx="1">
                  <c:v>17</c:v>
                </c:pt>
                <c:pt idx="2">
                  <c:v>22</c:v>
                </c:pt>
                <c:pt idx="3">
                  <c:v>14</c:v>
                </c:pt>
                <c:pt idx="4">
                  <c:v>12</c:v>
                </c:pt>
                <c:pt idx="5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EB0-41BD-9EF1-7A3CABE96A79}"/>
            </c:ext>
          </c:extLst>
        </c:ser>
        <c:ser>
          <c:idx val="1"/>
          <c:order val="1"/>
          <c:tx>
            <c:strRef>
              <c:f>'[Gráfico en Documento1]Hoja1'!$C$1</c:f>
              <c:strCache>
                <c:ptCount val="1"/>
                <c:pt idx="0">
                  <c:v>Transporte</c:v>
                </c:pt>
              </c:strCache>
            </c:strRef>
          </c:tx>
          <c:invertIfNegative val="0"/>
          <c:cat>
            <c:strRef>
              <c:f>'[Gráfico en Documento1]Hoja1'!$A$2:$A$7</c:f>
              <c:strCache>
                <c:ptCount val="6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'[Gráfico en Documento1]Hoja1'!$C$2:$C$7</c:f>
              <c:numCache>
                <c:formatCode>General</c:formatCode>
                <c:ptCount val="6"/>
                <c:pt idx="0">
                  <c:v>17</c:v>
                </c:pt>
                <c:pt idx="1">
                  <c:v>11</c:v>
                </c:pt>
                <c:pt idx="2">
                  <c:v>29</c:v>
                </c:pt>
                <c:pt idx="3">
                  <c:v>10</c:v>
                </c:pt>
                <c:pt idx="4">
                  <c:v>17</c:v>
                </c:pt>
                <c:pt idx="5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EB0-41BD-9EF1-7A3CABE96A79}"/>
            </c:ext>
          </c:extLst>
        </c:ser>
        <c:ser>
          <c:idx val="2"/>
          <c:order val="2"/>
          <c:tx>
            <c:strRef>
              <c:f>'[Gráfico en Documento1]Hoja1'!$D$1</c:f>
              <c:strCache>
                <c:ptCount val="1"/>
                <c:pt idx="0">
                  <c:v>Alojamiento</c:v>
                </c:pt>
              </c:strCache>
            </c:strRef>
          </c:tx>
          <c:invertIfNegative val="0"/>
          <c:cat>
            <c:strRef>
              <c:f>'[Gráfico en Documento1]Hoja1'!$A$2:$A$7</c:f>
              <c:strCache>
                <c:ptCount val="6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'[Gráfico en Documento1]Hoja1'!$D$2:$D$7</c:f>
              <c:numCache>
                <c:formatCode>General</c:formatCode>
                <c:ptCount val="6"/>
                <c:pt idx="0">
                  <c:v>10</c:v>
                </c:pt>
                <c:pt idx="1">
                  <c:v>21</c:v>
                </c:pt>
                <c:pt idx="2">
                  <c:v>14</c:v>
                </c:pt>
                <c:pt idx="3">
                  <c:v>17</c:v>
                </c:pt>
                <c:pt idx="4">
                  <c:v>10</c:v>
                </c:pt>
                <c:pt idx="5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EB0-41BD-9EF1-7A3CABE96A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666945103"/>
        <c:axId val="1666945935"/>
      </c:barChart>
      <c:catAx>
        <c:axId val="1666945103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666945935"/>
        <c:crosses val="autoZero"/>
        <c:auto val="1"/>
        <c:lblAlgn val="ctr"/>
        <c:lblOffset val="100"/>
        <c:noMultiLvlLbl val="0"/>
      </c:catAx>
      <c:valAx>
        <c:axId val="1666945935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666945103"/>
        <c:crosses val="autoZero"/>
        <c:crossBetween val="between"/>
      </c:valAx>
    </c:plotArea>
    <c:legend>
      <c:legendPos val="r"/>
      <c:overlay val="0"/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externalData r:id="rId1">
    <c:autoUpdate val="0"/>
  </c:externalData>
</c:chartSpace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12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8" name="Google Shape;31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Configuraciones iniciales del documento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s-ES"/>
              <a:t>Insertar, borrar, copiar y pegar texto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s-ES"/>
              <a:t>Configurar páginas y márgenes -&gt; para acomodar texto automáticamente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s-ES"/>
              <a:t>Buscar y reemplazar palabras o frases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s-ES"/>
              <a:t>Píe de página y encabezados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s-ES"/>
              <a:t>Macros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s-ES"/>
              <a:t>Verificar ortografía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s-ES"/>
              <a:t>Tablas de contenido e índices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s-ES"/>
              <a:t>Ventanas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9" name="Google Shape;32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952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36" name="Google Shape;33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5" name="Google Shape;34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8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5" name="Google Shape;355;p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56a831723d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56a831723d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g356a831723d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Se refiere a los parámetros involucrados con la impresión de un documento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Pueden modificarse por el usuario según el tipo de documento y las necesidades del usuario</a:t>
            </a:r>
            <a:endParaRPr/>
          </a:p>
        </p:txBody>
      </p:sp>
      <p:sp>
        <p:nvSpPr>
          <p:cNvPr id="389" name="Google Shape;38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2" name="Google Shape;40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1" name="Google Shape;41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Se refiere a los parámetros involucrados con la impresión de un documento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Pueden modificarse por el usuario según el tipo de documento y las necesidades del usuario</a:t>
            </a:r>
            <a:endParaRPr/>
          </a:p>
        </p:txBody>
      </p:sp>
      <p:sp>
        <p:nvSpPr>
          <p:cNvPr id="412" name="Google Shape;41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0" name="Google Shape;42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8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9" name="Google Shape;429;p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8" name="Google Shape;43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0" name="Google Shape;45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9" name="Google Shape;45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9" name="Google Shape;46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6" name="Google Shape;47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4" name="Google Shape;48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2" name="Google Shape;49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3" name="Google Shape;493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3" name="Google Shape;50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4" name="Google Shape;504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1" name="Google Shape;53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2" name="Google Shape;532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9" name="Google Shape;53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7" name="Google Shape;54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Incremento de la primera letra de un párrafo para resaltar el comienzo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Dispone de opciones para modificar posición, tamaño</a:t>
            </a:r>
            <a:endParaRPr/>
          </a:p>
        </p:txBody>
      </p:sp>
      <p:sp>
        <p:nvSpPr>
          <p:cNvPr id="548" name="Google Shape;548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5" name="Google Shape;555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Incremento de la primera letra de un párrafo para resaltar el comienzo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Dispone de opciones para modificar posición, tamaño</a:t>
            </a:r>
            <a:endParaRPr/>
          </a:p>
        </p:txBody>
      </p:sp>
      <p:sp>
        <p:nvSpPr>
          <p:cNvPr id="556" name="Google Shape;556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4" name="Google Shape;564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5" name="Google Shape;565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25:notes"/>
          <p:cNvSpPr txBox="1"/>
          <p:nvPr>
            <p:ph idx="1" type="body"/>
          </p:nvPr>
        </p:nvSpPr>
        <p:spPr>
          <a:xfrm>
            <a:off x="709930" y="4861443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anchorCtr="0" anchor="t" bIns="49925" lIns="99875" spcFirstLastPara="1" rIns="99875" wrap="square" tIns="49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576" name="Google Shape;576;p25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5" name="Google Shape;585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5" name="Google Shape;595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3" name="Google Shape;603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Se refiere a los parámetros involucrados con la impresión de un documento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/>
              <a:t>Pueden modificarse por el usuario según el tipo de documento y las necesidades del usuario</a:t>
            </a:r>
            <a:endParaRPr/>
          </a:p>
        </p:txBody>
      </p:sp>
      <p:sp>
        <p:nvSpPr>
          <p:cNvPr id="604" name="Google Shape;604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31:notes"/>
          <p:cNvSpPr txBox="1"/>
          <p:nvPr>
            <p:ph idx="1" type="body"/>
          </p:nvPr>
        </p:nvSpPr>
        <p:spPr>
          <a:xfrm>
            <a:off x="709930" y="4861443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anchorCtr="0" anchor="t" bIns="49925" lIns="99875" spcFirstLastPara="1" rIns="99875" wrap="square" tIns="49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613" name="Google Shape;613;p31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32:notes"/>
          <p:cNvSpPr txBox="1"/>
          <p:nvPr>
            <p:ph idx="1" type="body"/>
          </p:nvPr>
        </p:nvSpPr>
        <p:spPr>
          <a:xfrm>
            <a:off x="709930" y="4861443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anchorCtr="0" anchor="t" bIns="49925" lIns="99875" spcFirstLastPara="1" rIns="99875" wrap="square" tIns="49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623" name="Google Shape;623;p32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33:notes"/>
          <p:cNvSpPr txBox="1"/>
          <p:nvPr>
            <p:ph idx="1" type="body"/>
          </p:nvPr>
        </p:nvSpPr>
        <p:spPr>
          <a:xfrm>
            <a:off x="709930" y="4861443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anchorCtr="0" anchor="t" bIns="49925" lIns="99875" spcFirstLastPara="1" rIns="99875" wrap="square" tIns="49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630" name="Google Shape;630;p33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34:notes"/>
          <p:cNvSpPr txBox="1"/>
          <p:nvPr>
            <p:ph idx="1" type="body"/>
          </p:nvPr>
        </p:nvSpPr>
        <p:spPr>
          <a:xfrm>
            <a:off x="709930" y="4861443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anchorCtr="0" anchor="t" bIns="49925" lIns="99875" spcFirstLastPara="1" rIns="99875" wrap="square" tIns="49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637" name="Google Shape;637;p34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35:notes"/>
          <p:cNvSpPr txBox="1"/>
          <p:nvPr>
            <p:ph idx="1" type="body"/>
          </p:nvPr>
        </p:nvSpPr>
        <p:spPr>
          <a:xfrm>
            <a:off x="709930" y="4861443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anchorCtr="0" anchor="t" bIns="49925" lIns="99875" spcFirstLastPara="1" rIns="99875" wrap="square" tIns="49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647" name="Google Shape;647;p35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36:notes"/>
          <p:cNvSpPr txBox="1"/>
          <p:nvPr>
            <p:ph idx="1" type="body"/>
          </p:nvPr>
        </p:nvSpPr>
        <p:spPr>
          <a:xfrm>
            <a:off x="709930" y="4861443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anchorCtr="0" anchor="t" bIns="49925" lIns="99875" spcFirstLastPara="1" rIns="99875" wrap="square" tIns="49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655" name="Google Shape;655;p36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7:notes"/>
          <p:cNvSpPr txBox="1"/>
          <p:nvPr>
            <p:ph idx="1" type="body"/>
          </p:nvPr>
        </p:nvSpPr>
        <p:spPr>
          <a:xfrm>
            <a:off x="709930" y="4861443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anchorCtr="0" anchor="t" bIns="49925" lIns="99875" spcFirstLastPara="1" rIns="99875" wrap="square" tIns="49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663" name="Google Shape;663;p37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39:notes"/>
          <p:cNvSpPr txBox="1"/>
          <p:nvPr>
            <p:ph idx="1" type="body"/>
          </p:nvPr>
        </p:nvSpPr>
        <p:spPr>
          <a:xfrm>
            <a:off x="709930" y="4861443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anchorCtr="0" anchor="t" bIns="49925" lIns="99875" spcFirstLastPara="1" rIns="99875" wrap="square" tIns="49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671" name="Google Shape;671;p39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40:notes"/>
          <p:cNvSpPr txBox="1"/>
          <p:nvPr>
            <p:ph idx="1" type="body"/>
          </p:nvPr>
        </p:nvSpPr>
        <p:spPr>
          <a:xfrm>
            <a:off x="709930" y="4861443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anchorCtr="0" anchor="t" bIns="49925" lIns="99875" spcFirstLastPara="1" rIns="99875" wrap="square" tIns="49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679" name="Google Shape;679;p40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41:notes"/>
          <p:cNvSpPr txBox="1"/>
          <p:nvPr>
            <p:ph idx="1" type="body"/>
          </p:nvPr>
        </p:nvSpPr>
        <p:spPr>
          <a:xfrm>
            <a:off x="709930" y="4861443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anchorCtr="0" anchor="t" bIns="49925" lIns="99875" spcFirstLastPara="1" rIns="99875" wrap="square" tIns="49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688" name="Google Shape;688;p41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42:notes"/>
          <p:cNvSpPr txBox="1"/>
          <p:nvPr>
            <p:ph idx="1" type="body"/>
          </p:nvPr>
        </p:nvSpPr>
        <p:spPr>
          <a:xfrm>
            <a:off x="709930" y="4861443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anchorCtr="0" anchor="t" bIns="49925" lIns="99875" spcFirstLastPara="1" rIns="99875" wrap="square" tIns="49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696" name="Google Shape;696;p42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43:notes"/>
          <p:cNvSpPr txBox="1"/>
          <p:nvPr>
            <p:ph idx="1" type="body"/>
          </p:nvPr>
        </p:nvSpPr>
        <p:spPr>
          <a:xfrm>
            <a:off x="709930" y="4861443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anchorCtr="0" anchor="t" bIns="49925" lIns="99875" spcFirstLastPara="1" rIns="99875" wrap="square" tIns="49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707" name="Google Shape;707;p43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44:notes"/>
          <p:cNvSpPr txBox="1"/>
          <p:nvPr>
            <p:ph idx="1" type="body"/>
          </p:nvPr>
        </p:nvSpPr>
        <p:spPr>
          <a:xfrm>
            <a:off x="709930" y="4861443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anchorCtr="0" anchor="t" bIns="49925" lIns="99875" spcFirstLastPara="1" rIns="99875" wrap="square" tIns="49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719" name="Google Shape;719;p44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45:notes"/>
          <p:cNvSpPr txBox="1"/>
          <p:nvPr>
            <p:ph idx="1" type="body"/>
          </p:nvPr>
        </p:nvSpPr>
        <p:spPr>
          <a:xfrm>
            <a:off x="709930" y="4861443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anchorCtr="0" anchor="t" bIns="49925" lIns="99875" spcFirstLastPara="1" rIns="99875" wrap="square" tIns="49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728" name="Google Shape;728;p45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46:notes"/>
          <p:cNvSpPr txBox="1"/>
          <p:nvPr>
            <p:ph idx="1" type="body"/>
          </p:nvPr>
        </p:nvSpPr>
        <p:spPr>
          <a:xfrm>
            <a:off x="709930" y="4861443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anchorCtr="0" anchor="t" bIns="49925" lIns="99875" spcFirstLastPara="1" rIns="99875" wrap="square" tIns="49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736" name="Google Shape;736;p46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47:notes"/>
          <p:cNvSpPr txBox="1"/>
          <p:nvPr>
            <p:ph idx="1" type="body"/>
          </p:nvPr>
        </p:nvSpPr>
        <p:spPr>
          <a:xfrm>
            <a:off x="709930" y="4861443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anchorCtr="0" anchor="t" bIns="49925" lIns="99875" spcFirstLastPara="1" rIns="99875" wrap="square" tIns="49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743" name="Google Shape;743;p47:notes"/>
          <p:cNvSpPr/>
          <p:nvPr>
            <p:ph idx="2" type="sldImg"/>
          </p:nvPr>
        </p:nvSpPr>
        <p:spPr>
          <a:xfrm>
            <a:off x="138113" y="768350"/>
            <a:ext cx="6823075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1" name="Google Shape;751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2" name="Google Shape;752;p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vmlDrawing" Target="../drawings/vmlDrawing1.vml"/><Relationship Id="rId3" Type="http://schemas.openxmlformats.org/officeDocument/2006/relationships/oleObject" Target="../embeddings/oleObject1.bin"/><Relationship Id="rId4" Type="http://schemas.openxmlformats.org/officeDocument/2006/relationships/oleObject" Target="../embeddings/oleObject1.bin"/><Relationship Id="rId5" Type="http://schemas.openxmlformats.org/officeDocument/2006/relationships/image" Target="../media/image12.png"/><Relationship Id="rId6" Type="http://schemas.openxmlformats.org/officeDocument/2006/relationships/image" Target="../media/image1.jpg"/><Relationship Id="rId7" Type="http://schemas.openxmlformats.org/officeDocument/2006/relationships/image" Target="../media/image7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>
  <p:cSld name="Diapositiva de título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0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7" name="Google Shape;17;p50"/>
          <p:cNvSpPr txBox="1"/>
          <p:nvPr>
            <p:ph idx="1" type="body"/>
          </p:nvPr>
        </p:nvSpPr>
        <p:spPr>
          <a:xfrm>
            <a:off x="2284355" y="4687178"/>
            <a:ext cx="1598515" cy="1681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500"/>
              <a:buNone/>
              <a:defRPr b="1" sz="155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50"/>
          <p:cNvSpPr txBox="1"/>
          <p:nvPr>
            <p:ph idx="3" type="body"/>
          </p:nvPr>
        </p:nvSpPr>
        <p:spPr>
          <a:xfrm>
            <a:off x="3440172" y="1726672"/>
            <a:ext cx="1253665" cy="1681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500"/>
              <a:buNone/>
              <a:defRPr b="1" sz="155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50"/>
          <p:cNvSpPr txBox="1"/>
          <p:nvPr>
            <p:ph idx="4" type="body"/>
          </p:nvPr>
        </p:nvSpPr>
        <p:spPr>
          <a:xfrm>
            <a:off x="1903189" y="71740"/>
            <a:ext cx="1253665" cy="1681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500"/>
              <a:buNone/>
              <a:defRPr b="1" sz="155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50"/>
          <p:cNvSpPr txBox="1"/>
          <p:nvPr>
            <p:ph idx="5" type="body"/>
          </p:nvPr>
        </p:nvSpPr>
        <p:spPr>
          <a:xfrm>
            <a:off x="629693" y="2858632"/>
            <a:ext cx="1253665" cy="1681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500"/>
              <a:buNone/>
              <a:defRPr b="1" sz="155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50"/>
          <p:cNvSpPr txBox="1"/>
          <p:nvPr>
            <p:ph type="ctrTitle"/>
          </p:nvPr>
        </p:nvSpPr>
        <p:spPr>
          <a:xfrm>
            <a:off x="2373216" y="3667946"/>
            <a:ext cx="9285382" cy="12778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0"/>
          <p:cNvSpPr txBox="1"/>
          <p:nvPr>
            <p:ph idx="6" type="subTitle"/>
          </p:nvPr>
        </p:nvSpPr>
        <p:spPr>
          <a:xfrm>
            <a:off x="7970418" y="5325276"/>
            <a:ext cx="3677297" cy="682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cap="none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cxnSp>
        <p:nvCxnSpPr>
          <p:cNvPr id="23" name="Google Shape;23;p50"/>
          <p:cNvCxnSpPr/>
          <p:nvPr/>
        </p:nvCxnSpPr>
        <p:spPr>
          <a:xfrm>
            <a:off x="4579559" y="5744231"/>
            <a:ext cx="0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" name="Google Shape;24;p50"/>
          <p:cNvCxnSpPr/>
          <p:nvPr/>
        </p:nvCxnSpPr>
        <p:spPr>
          <a:xfrm>
            <a:off x="2536371" y="2017985"/>
            <a:ext cx="0" cy="153432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5" name="Google Shape;25;p50"/>
          <p:cNvCxnSpPr/>
          <p:nvPr/>
        </p:nvCxnSpPr>
        <p:spPr>
          <a:xfrm rot="10800000">
            <a:off x="4245428" y="5655432"/>
            <a:ext cx="331888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pos="158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erre">
  <p:cSld name="Cierr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4"/>
          <p:cNvSpPr/>
          <p:nvPr>
            <p:ph idx="2" type="pic"/>
          </p:nvPr>
        </p:nvSpPr>
        <p:spPr>
          <a:xfrm>
            <a:off x="6426578" y="0"/>
            <a:ext cx="5765422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8" name="Google Shape;28;p54"/>
          <p:cNvSpPr/>
          <p:nvPr>
            <p:ph idx="3" type="pic"/>
          </p:nvPr>
        </p:nvSpPr>
        <p:spPr>
          <a:xfrm>
            <a:off x="-11657" y="-16298"/>
            <a:ext cx="5555640" cy="6874299"/>
          </a:xfrm>
          <a:prstGeom prst="rect">
            <a:avLst/>
          </a:prstGeom>
          <a:noFill/>
          <a:ln>
            <a:noFill/>
          </a:ln>
        </p:spPr>
      </p:sp>
      <p:sp>
        <p:nvSpPr>
          <p:cNvPr id="29" name="Google Shape;29;p54"/>
          <p:cNvSpPr txBox="1"/>
          <p:nvPr>
            <p:ph idx="1" type="body"/>
          </p:nvPr>
        </p:nvSpPr>
        <p:spPr>
          <a:xfrm>
            <a:off x="4461307" y="4277953"/>
            <a:ext cx="2310968" cy="470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5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33" name="Google Shape;33;p54"/>
          <p:cNvSpPr txBox="1"/>
          <p:nvPr>
            <p:ph idx="4" type="body"/>
          </p:nvPr>
        </p:nvSpPr>
        <p:spPr>
          <a:xfrm>
            <a:off x="4156823" y="4752561"/>
            <a:ext cx="2310968" cy="470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54"/>
          <p:cNvSpPr txBox="1"/>
          <p:nvPr>
            <p:ph idx="5" type="body"/>
          </p:nvPr>
        </p:nvSpPr>
        <p:spPr>
          <a:xfrm>
            <a:off x="3869713" y="5217644"/>
            <a:ext cx="2310968" cy="470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54"/>
          <p:cNvSpPr txBox="1"/>
          <p:nvPr>
            <p:ph idx="6" type="body"/>
          </p:nvPr>
        </p:nvSpPr>
        <p:spPr>
          <a:xfrm>
            <a:off x="3580046" y="5673201"/>
            <a:ext cx="2310968" cy="470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4"/>
          <p:cNvSpPr txBox="1"/>
          <p:nvPr>
            <p:ph type="title"/>
          </p:nvPr>
        </p:nvSpPr>
        <p:spPr>
          <a:xfrm>
            <a:off x="4898571" y="3363686"/>
            <a:ext cx="3907972" cy="555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ítulo y contenido">
  <p:cSld name="1_Título y contenido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6"/>
          <p:cNvSpPr/>
          <p:nvPr/>
        </p:nvSpPr>
        <p:spPr>
          <a:xfrm>
            <a:off x="6016886" y="0"/>
            <a:ext cx="6175114" cy="6858000"/>
          </a:xfrm>
          <a:custGeom>
            <a:rect b="b" l="l" r="r" t="t"/>
            <a:pathLst>
              <a:path extrusionOk="0" h="6858000" w="6175114">
                <a:moveTo>
                  <a:pt x="1341004" y="0"/>
                </a:moveTo>
                <a:lnTo>
                  <a:pt x="6175114" y="0"/>
                </a:lnTo>
                <a:lnTo>
                  <a:pt x="6175114" y="1753853"/>
                </a:lnTo>
                <a:lnTo>
                  <a:pt x="5820369" y="2196189"/>
                </a:lnTo>
                <a:cubicBezTo>
                  <a:pt x="5120645" y="1703218"/>
                  <a:pt x="4405009" y="1432910"/>
                  <a:pt x="3753019" y="1432910"/>
                </a:cubicBezTo>
                <a:cubicBezTo>
                  <a:pt x="2989739" y="1432910"/>
                  <a:pt x="2496678" y="1735039"/>
                  <a:pt x="2496678" y="2275742"/>
                </a:cubicBezTo>
                <a:cubicBezTo>
                  <a:pt x="2496678" y="2880092"/>
                  <a:pt x="3148671" y="3086756"/>
                  <a:pt x="4071059" y="3452528"/>
                </a:cubicBezTo>
                <a:lnTo>
                  <a:pt x="5359131" y="3977321"/>
                </a:lnTo>
                <a:cubicBezTo>
                  <a:pt x="5600645" y="4072737"/>
                  <a:pt x="5823711" y="4180452"/>
                  <a:pt x="6026758" y="4302039"/>
                </a:cubicBezTo>
                <a:lnTo>
                  <a:pt x="6175114" y="4397461"/>
                </a:lnTo>
                <a:lnTo>
                  <a:pt x="6175114" y="6858000"/>
                </a:lnTo>
                <a:lnTo>
                  <a:pt x="4869473" y="6858000"/>
                </a:lnTo>
                <a:lnTo>
                  <a:pt x="4856472" y="6790487"/>
                </a:lnTo>
                <a:cubicBezTo>
                  <a:pt x="4737539" y="6344090"/>
                  <a:pt x="4212235" y="6157971"/>
                  <a:pt x="3419067" y="5837920"/>
                </a:cubicBezTo>
                <a:lnTo>
                  <a:pt x="2099173" y="5265482"/>
                </a:lnTo>
                <a:cubicBezTo>
                  <a:pt x="1001854" y="4836066"/>
                  <a:pt x="0" y="3929589"/>
                  <a:pt x="0" y="2434764"/>
                </a:cubicBezTo>
                <a:cubicBezTo>
                  <a:pt x="0" y="1459726"/>
                  <a:pt x="493110" y="590353"/>
                  <a:pt x="1315163" y="16279"/>
                </a:cubicBezTo>
                <a:lnTo>
                  <a:pt x="1341004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8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56"/>
          <p:cNvSpPr txBox="1"/>
          <p:nvPr>
            <p:ph type="title"/>
          </p:nvPr>
        </p:nvSpPr>
        <p:spPr>
          <a:xfrm>
            <a:off x="1099456" y="3257550"/>
            <a:ext cx="4203247" cy="743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cap="none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6"/>
          <p:cNvSpPr txBox="1"/>
          <p:nvPr>
            <p:ph idx="1" type="body"/>
          </p:nvPr>
        </p:nvSpPr>
        <p:spPr>
          <a:xfrm>
            <a:off x="1099456" y="4238625"/>
            <a:ext cx="4203247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5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cxnSp>
        <p:nvCxnSpPr>
          <p:cNvPr id="46" name="Google Shape;46;p56"/>
          <p:cNvCxnSpPr/>
          <p:nvPr/>
        </p:nvCxnSpPr>
        <p:spPr>
          <a:xfrm>
            <a:off x="1121228" y="0"/>
            <a:ext cx="0" cy="3048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contenido con la imagen S">
  <p:cSld name="Título y contenido con la imagen 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7"/>
          <p:cNvSpPr/>
          <p:nvPr>
            <p:ph idx="2" type="pic"/>
          </p:nvPr>
        </p:nvSpPr>
        <p:spPr>
          <a:xfrm>
            <a:off x="6016886" y="0"/>
            <a:ext cx="6175114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p57"/>
          <p:cNvSpPr txBox="1"/>
          <p:nvPr>
            <p:ph type="title"/>
          </p:nvPr>
        </p:nvSpPr>
        <p:spPr>
          <a:xfrm>
            <a:off x="1099456" y="3257550"/>
            <a:ext cx="4203247" cy="743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cap="none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57"/>
          <p:cNvSpPr txBox="1"/>
          <p:nvPr>
            <p:ph idx="1" type="body"/>
          </p:nvPr>
        </p:nvSpPr>
        <p:spPr>
          <a:xfrm>
            <a:off x="1099456" y="4238625"/>
            <a:ext cx="4203247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5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cxnSp>
        <p:nvCxnSpPr>
          <p:cNvPr id="54" name="Google Shape;54;p57"/>
          <p:cNvCxnSpPr/>
          <p:nvPr/>
        </p:nvCxnSpPr>
        <p:spPr>
          <a:xfrm>
            <a:off x="1121228" y="0"/>
            <a:ext cx="0" cy="3048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is contenido">
  <p:cSld name="Seis contenido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8"/>
          <p:cNvSpPr txBox="1"/>
          <p:nvPr>
            <p:ph idx="1" type="body"/>
          </p:nvPr>
        </p:nvSpPr>
        <p:spPr>
          <a:xfrm>
            <a:off x="1034186" y="2903538"/>
            <a:ext cx="3104198" cy="345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58"/>
          <p:cNvSpPr txBox="1"/>
          <p:nvPr>
            <p:ph idx="2" type="body"/>
          </p:nvPr>
        </p:nvSpPr>
        <p:spPr>
          <a:xfrm>
            <a:off x="1034141" y="3249013"/>
            <a:ext cx="3103493" cy="866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58"/>
          <p:cNvSpPr txBox="1"/>
          <p:nvPr>
            <p:ph idx="3" type="body"/>
          </p:nvPr>
        </p:nvSpPr>
        <p:spPr>
          <a:xfrm>
            <a:off x="4641894" y="2903538"/>
            <a:ext cx="3104198" cy="320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58"/>
          <p:cNvSpPr txBox="1"/>
          <p:nvPr>
            <p:ph idx="4" type="body"/>
          </p:nvPr>
        </p:nvSpPr>
        <p:spPr>
          <a:xfrm>
            <a:off x="4642223" y="3249013"/>
            <a:ext cx="3103493" cy="866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58"/>
          <p:cNvSpPr txBox="1"/>
          <p:nvPr>
            <p:ph idx="5" type="body"/>
          </p:nvPr>
        </p:nvSpPr>
        <p:spPr>
          <a:xfrm>
            <a:off x="8249601" y="2903538"/>
            <a:ext cx="3104198" cy="320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58"/>
          <p:cNvSpPr txBox="1"/>
          <p:nvPr>
            <p:ph idx="6" type="body"/>
          </p:nvPr>
        </p:nvSpPr>
        <p:spPr>
          <a:xfrm>
            <a:off x="8250305" y="3249013"/>
            <a:ext cx="3103493" cy="866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58"/>
          <p:cNvSpPr txBox="1"/>
          <p:nvPr>
            <p:ph type="title"/>
          </p:nvPr>
        </p:nvSpPr>
        <p:spPr>
          <a:xfrm>
            <a:off x="1034142" y="1110286"/>
            <a:ext cx="10515600" cy="924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5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5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66" name="Google Shape;66;p58"/>
          <p:cNvSpPr txBox="1"/>
          <p:nvPr>
            <p:ph idx="7" type="body"/>
          </p:nvPr>
        </p:nvSpPr>
        <p:spPr>
          <a:xfrm>
            <a:off x="1033811" y="4551950"/>
            <a:ext cx="3104198" cy="320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58"/>
          <p:cNvSpPr txBox="1"/>
          <p:nvPr>
            <p:ph idx="8" type="body"/>
          </p:nvPr>
        </p:nvSpPr>
        <p:spPr>
          <a:xfrm>
            <a:off x="1033766" y="4897425"/>
            <a:ext cx="3103493" cy="866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58"/>
          <p:cNvSpPr txBox="1"/>
          <p:nvPr>
            <p:ph idx="9" type="body"/>
          </p:nvPr>
        </p:nvSpPr>
        <p:spPr>
          <a:xfrm>
            <a:off x="4641519" y="4551950"/>
            <a:ext cx="3104198" cy="320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58"/>
          <p:cNvSpPr txBox="1"/>
          <p:nvPr>
            <p:ph idx="13" type="body"/>
          </p:nvPr>
        </p:nvSpPr>
        <p:spPr>
          <a:xfrm>
            <a:off x="4641848" y="4897425"/>
            <a:ext cx="3103493" cy="866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58"/>
          <p:cNvSpPr txBox="1"/>
          <p:nvPr>
            <p:ph idx="14" type="body"/>
          </p:nvPr>
        </p:nvSpPr>
        <p:spPr>
          <a:xfrm>
            <a:off x="8249226" y="4551950"/>
            <a:ext cx="3104198" cy="320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58"/>
          <p:cNvSpPr txBox="1"/>
          <p:nvPr>
            <p:ph idx="15" type="body"/>
          </p:nvPr>
        </p:nvSpPr>
        <p:spPr>
          <a:xfrm>
            <a:off x="8249930" y="4897425"/>
            <a:ext cx="3103493" cy="866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72" name="Google Shape;72;p58"/>
          <p:cNvCxnSpPr/>
          <p:nvPr/>
        </p:nvCxnSpPr>
        <p:spPr>
          <a:xfrm>
            <a:off x="1121228" y="0"/>
            <a:ext cx="0" cy="1110286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de contenido 1">
  <p:cSld name="Columna de contenido 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9"/>
          <p:cNvSpPr txBox="1"/>
          <p:nvPr>
            <p:ph idx="1" type="body"/>
          </p:nvPr>
        </p:nvSpPr>
        <p:spPr>
          <a:xfrm>
            <a:off x="4450921" y="2145859"/>
            <a:ext cx="5042568" cy="3454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59"/>
          <p:cNvSpPr txBox="1"/>
          <p:nvPr>
            <p:ph idx="2" type="body"/>
          </p:nvPr>
        </p:nvSpPr>
        <p:spPr>
          <a:xfrm>
            <a:off x="4450922" y="2491335"/>
            <a:ext cx="5041422" cy="540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59"/>
          <p:cNvSpPr txBox="1"/>
          <p:nvPr>
            <p:ph type="title"/>
          </p:nvPr>
        </p:nvSpPr>
        <p:spPr>
          <a:xfrm>
            <a:off x="1034142" y="419184"/>
            <a:ext cx="2362200" cy="111028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5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80" name="Google Shape;80;p59"/>
          <p:cNvSpPr txBox="1"/>
          <p:nvPr>
            <p:ph idx="3" type="body"/>
          </p:nvPr>
        </p:nvSpPr>
        <p:spPr>
          <a:xfrm>
            <a:off x="4450921" y="3198051"/>
            <a:ext cx="5042568" cy="320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59"/>
          <p:cNvSpPr txBox="1"/>
          <p:nvPr>
            <p:ph idx="4" type="body"/>
          </p:nvPr>
        </p:nvSpPr>
        <p:spPr>
          <a:xfrm>
            <a:off x="4450922" y="3543527"/>
            <a:ext cx="5041422" cy="540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59"/>
          <p:cNvSpPr txBox="1"/>
          <p:nvPr>
            <p:ph idx="5" type="body"/>
          </p:nvPr>
        </p:nvSpPr>
        <p:spPr>
          <a:xfrm>
            <a:off x="4450921" y="5302434"/>
            <a:ext cx="5042568" cy="320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59"/>
          <p:cNvSpPr txBox="1"/>
          <p:nvPr>
            <p:ph idx="6" type="body"/>
          </p:nvPr>
        </p:nvSpPr>
        <p:spPr>
          <a:xfrm>
            <a:off x="4450922" y="5647910"/>
            <a:ext cx="5041422" cy="540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59"/>
          <p:cNvSpPr txBox="1"/>
          <p:nvPr>
            <p:ph idx="7" type="body"/>
          </p:nvPr>
        </p:nvSpPr>
        <p:spPr>
          <a:xfrm>
            <a:off x="4450921" y="4250243"/>
            <a:ext cx="5042568" cy="320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59"/>
          <p:cNvSpPr txBox="1"/>
          <p:nvPr>
            <p:ph idx="8" type="body"/>
          </p:nvPr>
        </p:nvSpPr>
        <p:spPr>
          <a:xfrm>
            <a:off x="4450922" y="4595719"/>
            <a:ext cx="5041422" cy="540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86" name="Google Shape;86;p59"/>
          <p:cNvCxnSpPr/>
          <p:nvPr/>
        </p:nvCxnSpPr>
        <p:spPr>
          <a:xfrm>
            <a:off x="3766456" y="-16561"/>
            <a:ext cx="0" cy="6874561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7" name="Google Shape;87;p59"/>
          <p:cNvCxnSpPr/>
          <p:nvPr/>
        </p:nvCxnSpPr>
        <p:spPr>
          <a:xfrm>
            <a:off x="-1" y="1676400"/>
            <a:ext cx="12191999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, imagen y 3 contenido">
  <p:cSld name="Título, imagen y 3 contenido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0"/>
          <p:cNvSpPr txBox="1"/>
          <p:nvPr>
            <p:ph idx="1" type="body"/>
          </p:nvPr>
        </p:nvSpPr>
        <p:spPr>
          <a:xfrm>
            <a:off x="6144768" y="2069658"/>
            <a:ext cx="5042568" cy="3454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60"/>
          <p:cNvSpPr txBox="1"/>
          <p:nvPr>
            <p:ph idx="2" type="body"/>
          </p:nvPr>
        </p:nvSpPr>
        <p:spPr>
          <a:xfrm>
            <a:off x="6144768" y="2415134"/>
            <a:ext cx="5041422" cy="540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60"/>
          <p:cNvSpPr txBox="1"/>
          <p:nvPr>
            <p:ph type="title"/>
          </p:nvPr>
        </p:nvSpPr>
        <p:spPr>
          <a:xfrm>
            <a:off x="6971633" y="690928"/>
            <a:ext cx="4501910" cy="73228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60"/>
          <p:cNvSpPr txBox="1"/>
          <p:nvPr>
            <p:ph idx="3" type="body"/>
          </p:nvPr>
        </p:nvSpPr>
        <p:spPr>
          <a:xfrm>
            <a:off x="5300006" y="3587638"/>
            <a:ext cx="5042568" cy="320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60"/>
          <p:cNvSpPr txBox="1"/>
          <p:nvPr>
            <p:ph idx="4" type="body"/>
          </p:nvPr>
        </p:nvSpPr>
        <p:spPr>
          <a:xfrm>
            <a:off x="5300007" y="3933114"/>
            <a:ext cx="5041422" cy="540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60"/>
          <p:cNvSpPr txBox="1"/>
          <p:nvPr>
            <p:ph idx="5" type="body"/>
          </p:nvPr>
        </p:nvSpPr>
        <p:spPr>
          <a:xfrm>
            <a:off x="4398264" y="5105618"/>
            <a:ext cx="5042568" cy="320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60"/>
          <p:cNvSpPr txBox="1"/>
          <p:nvPr>
            <p:ph idx="6" type="body"/>
          </p:nvPr>
        </p:nvSpPr>
        <p:spPr>
          <a:xfrm>
            <a:off x="4398264" y="5451094"/>
            <a:ext cx="5041422" cy="540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contenido con la imagen T">
  <p:cSld name="Título y contenido con la imagen 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1"/>
          <p:cNvSpPr/>
          <p:nvPr>
            <p:ph idx="2" type="pic"/>
          </p:nvPr>
        </p:nvSpPr>
        <p:spPr>
          <a:xfrm>
            <a:off x="1" y="-12700"/>
            <a:ext cx="7080595" cy="6870700"/>
          </a:xfrm>
          <a:prstGeom prst="rect">
            <a:avLst/>
          </a:prstGeom>
          <a:noFill/>
          <a:ln>
            <a:noFill/>
          </a:ln>
        </p:spPr>
      </p:sp>
      <p:sp>
        <p:nvSpPr>
          <p:cNvPr id="98" name="Google Shape;98;p6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6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6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01" name="Google Shape;101;p61"/>
          <p:cNvSpPr txBox="1"/>
          <p:nvPr>
            <p:ph type="title"/>
          </p:nvPr>
        </p:nvSpPr>
        <p:spPr>
          <a:xfrm>
            <a:off x="7543799" y="2318657"/>
            <a:ext cx="4203247" cy="14409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cap="none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61"/>
          <p:cNvSpPr txBox="1"/>
          <p:nvPr>
            <p:ph idx="1" type="body"/>
          </p:nvPr>
        </p:nvSpPr>
        <p:spPr>
          <a:xfrm>
            <a:off x="7543799" y="4147457"/>
            <a:ext cx="4203247" cy="1532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76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cera de sección">
  <p:cSld name="Cabecera de sección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2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Google Shape;105;p62"/>
          <p:cNvSpPr txBox="1"/>
          <p:nvPr>
            <p:ph idx="1" type="body"/>
          </p:nvPr>
        </p:nvSpPr>
        <p:spPr>
          <a:xfrm>
            <a:off x="3650085" y="4546575"/>
            <a:ext cx="1500624" cy="1681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500"/>
              <a:buNone/>
              <a:defRPr b="1" sz="155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6" name="Google Shape;106;p62"/>
          <p:cNvSpPr txBox="1"/>
          <p:nvPr>
            <p:ph idx="3" type="body"/>
          </p:nvPr>
        </p:nvSpPr>
        <p:spPr>
          <a:xfrm>
            <a:off x="2377374" y="2750392"/>
            <a:ext cx="1253665" cy="1681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500"/>
              <a:buNone/>
              <a:defRPr b="1" sz="155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62"/>
          <p:cNvSpPr txBox="1"/>
          <p:nvPr>
            <p:ph idx="4" type="body"/>
          </p:nvPr>
        </p:nvSpPr>
        <p:spPr>
          <a:xfrm>
            <a:off x="442380" y="903514"/>
            <a:ext cx="1253665" cy="1681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500"/>
              <a:buNone/>
              <a:defRPr b="1" sz="155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62"/>
          <p:cNvSpPr txBox="1"/>
          <p:nvPr>
            <p:ph idx="5" type="body"/>
          </p:nvPr>
        </p:nvSpPr>
        <p:spPr>
          <a:xfrm>
            <a:off x="2377374" y="897072"/>
            <a:ext cx="1253665" cy="1681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500"/>
              <a:buNone/>
              <a:defRPr b="1" sz="155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62"/>
          <p:cNvSpPr txBox="1"/>
          <p:nvPr>
            <p:ph type="title"/>
          </p:nvPr>
        </p:nvSpPr>
        <p:spPr>
          <a:xfrm>
            <a:off x="5606143" y="5201920"/>
            <a:ext cx="5747657" cy="9925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62"/>
          <p:cNvSpPr/>
          <p:nvPr/>
        </p:nvSpPr>
        <p:spPr>
          <a:xfrm>
            <a:off x="3565384" y="1857932"/>
            <a:ext cx="922101" cy="2445893"/>
          </a:xfrm>
          <a:custGeom>
            <a:rect b="b" l="l" r="r" t="t"/>
            <a:pathLst>
              <a:path extrusionOk="0" h="2332208" w="922101">
                <a:moveTo>
                  <a:pt x="922101" y="2332208"/>
                </a:moveTo>
                <a:lnTo>
                  <a:pt x="922101" y="1134894"/>
                </a:lnTo>
                <a:lnTo>
                  <a:pt x="922101" y="0"/>
                </a:ln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C3EF0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62"/>
          <p:cNvSpPr/>
          <p:nvPr/>
        </p:nvSpPr>
        <p:spPr>
          <a:xfrm>
            <a:off x="1845311" y="1857400"/>
            <a:ext cx="691575" cy="8866"/>
          </a:xfrm>
          <a:custGeom>
            <a:rect b="b" l="l" r="r" t="t"/>
            <a:pathLst>
              <a:path extrusionOk="0" h="8866" w="691575">
                <a:moveTo>
                  <a:pt x="691576" y="0"/>
                </a:move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C3EF0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62"/>
          <p:cNvSpPr/>
          <p:nvPr/>
        </p:nvSpPr>
        <p:spPr>
          <a:xfrm>
            <a:off x="3565384" y="1857931"/>
            <a:ext cx="922101" cy="2573623"/>
          </a:xfrm>
          <a:custGeom>
            <a:rect b="b" l="l" r="r" t="t"/>
            <a:pathLst>
              <a:path extrusionOk="0" h="2332208" w="922101">
                <a:moveTo>
                  <a:pt x="922101" y="2332208"/>
                </a:moveTo>
                <a:lnTo>
                  <a:pt x="922101" y="1134894"/>
                </a:lnTo>
                <a:lnTo>
                  <a:pt x="922101" y="0"/>
                </a:lnTo>
                <a:lnTo>
                  <a:pt x="0" y="0"/>
                </a:lnTo>
              </a:path>
            </a:pathLst>
          </a:custGeom>
          <a:noFill/>
          <a:ln cap="flat" cmpd="sng" w="19050">
            <a:solidFill>
              <a:srgbClr val="C3EF0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720">
          <p15:clr>
            <a:srgbClr val="FBAE40"/>
          </p15:clr>
        </p15:guide>
        <p15:guide id="2" orient="horz" pos="1584">
          <p15:clr>
            <a:srgbClr val="FBAE40"/>
          </p15:clr>
        </p15:guide>
        <p15:guide id="3" orient="horz" pos="271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ntenido con títulos">
  <p:cSld name="3 Contenido con títulos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3"/>
          <p:cNvSpPr/>
          <p:nvPr/>
        </p:nvSpPr>
        <p:spPr>
          <a:xfrm>
            <a:off x="8412200" y="3195400"/>
            <a:ext cx="2941600" cy="508000"/>
          </a:xfrm>
          <a:prstGeom prst="rect">
            <a:avLst/>
          </a:prstGeom>
          <a:gradFill>
            <a:gsLst>
              <a:gs pos="0">
                <a:schemeClr val="accent1"/>
              </a:gs>
              <a:gs pos="8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63"/>
          <p:cNvSpPr/>
          <p:nvPr/>
        </p:nvSpPr>
        <p:spPr>
          <a:xfrm>
            <a:off x="1034142" y="3195400"/>
            <a:ext cx="2941600" cy="508000"/>
          </a:xfrm>
          <a:prstGeom prst="rect">
            <a:avLst/>
          </a:prstGeom>
          <a:gradFill>
            <a:gsLst>
              <a:gs pos="0">
                <a:schemeClr val="accent1"/>
              </a:gs>
              <a:gs pos="8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63"/>
          <p:cNvSpPr/>
          <p:nvPr/>
        </p:nvSpPr>
        <p:spPr>
          <a:xfrm>
            <a:off x="4706975" y="3195400"/>
            <a:ext cx="2941600" cy="508000"/>
          </a:xfrm>
          <a:prstGeom prst="rect">
            <a:avLst/>
          </a:prstGeom>
          <a:gradFill>
            <a:gsLst>
              <a:gs pos="0">
                <a:schemeClr val="accent1"/>
              </a:gs>
              <a:gs pos="800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63"/>
          <p:cNvSpPr txBox="1"/>
          <p:nvPr>
            <p:ph idx="1" type="body"/>
          </p:nvPr>
        </p:nvSpPr>
        <p:spPr>
          <a:xfrm>
            <a:off x="1034142" y="3266159"/>
            <a:ext cx="2941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63"/>
          <p:cNvSpPr txBox="1"/>
          <p:nvPr>
            <p:ph idx="2" type="body"/>
          </p:nvPr>
        </p:nvSpPr>
        <p:spPr>
          <a:xfrm>
            <a:off x="1034142" y="4117103"/>
            <a:ext cx="2941600" cy="1141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EFEFE"/>
              </a:buClr>
              <a:buSzPts val="1200"/>
              <a:buNone/>
              <a:defRPr sz="1200">
                <a:solidFill>
                  <a:srgbClr val="FEFEFE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63"/>
          <p:cNvSpPr txBox="1"/>
          <p:nvPr>
            <p:ph type="title"/>
          </p:nvPr>
        </p:nvSpPr>
        <p:spPr>
          <a:xfrm>
            <a:off x="1034142" y="1110286"/>
            <a:ext cx="10515600" cy="924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20" name="Google Shape;120;p63"/>
          <p:cNvCxnSpPr/>
          <p:nvPr/>
        </p:nvCxnSpPr>
        <p:spPr>
          <a:xfrm>
            <a:off x="1121228" y="0"/>
            <a:ext cx="0" cy="1110286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1" name="Google Shape;121;p63"/>
          <p:cNvSpPr txBox="1"/>
          <p:nvPr>
            <p:ph idx="3" type="body"/>
          </p:nvPr>
        </p:nvSpPr>
        <p:spPr>
          <a:xfrm>
            <a:off x="4706975" y="3266159"/>
            <a:ext cx="2941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63"/>
          <p:cNvSpPr txBox="1"/>
          <p:nvPr>
            <p:ph idx="4" type="body"/>
          </p:nvPr>
        </p:nvSpPr>
        <p:spPr>
          <a:xfrm>
            <a:off x="4706975" y="4117103"/>
            <a:ext cx="2941600" cy="1141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EFEFE"/>
              </a:buClr>
              <a:buSzPts val="1200"/>
              <a:buNone/>
              <a:defRPr sz="1200">
                <a:solidFill>
                  <a:srgbClr val="FEFEFE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63"/>
          <p:cNvSpPr txBox="1"/>
          <p:nvPr>
            <p:ph idx="5" type="body"/>
          </p:nvPr>
        </p:nvSpPr>
        <p:spPr>
          <a:xfrm>
            <a:off x="8412200" y="3266159"/>
            <a:ext cx="29416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p63"/>
          <p:cNvSpPr txBox="1"/>
          <p:nvPr>
            <p:ph idx="6" type="body"/>
          </p:nvPr>
        </p:nvSpPr>
        <p:spPr>
          <a:xfrm>
            <a:off x="8412200" y="4117103"/>
            <a:ext cx="2941600" cy="1141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FEFEFE"/>
              </a:buClr>
              <a:buSzPts val="1200"/>
              <a:buNone/>
              <a:defRPr sz="1200">
                <a:solidFill>
                  <a:srgbClr val="FEFEFE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6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6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6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contenido con la imagen E">
  <p:cSld name="Título y contenido con la imagen E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4"/>
          <p:cNvSpPr/>
          <p:nvPr>
            <p:ph idx="2" type="pic"/>
          </p:nvPr>
        </p:nvSpPr>
        <p:spPr>
          <a:xfrm>
            <a:off x="0" y="3"/>
            <a:ext cx="5288281" cy="6857999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64"/>
          <p:cNvSpPr txBox="1"/>
          <p:nvPr>
            <p:ph type="title"/>
          </p:nvPr>
        </p:nvSpPr>
        <p:spPr>
          <a:xfrm>
            <a:off x="6903720" y="1419438"/>
            <a:ext cx="4450080" cy="924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64"/>
          <p:cNvSpPr txBox="1"/>
          <p:nvPr>
            <p:ph idx="1" type="body"/>
          </p:nvPr>
        </p:nvSpPr>
        <p:spPr>
          <a:xfrm>
            <a:off x="7366082" y="3009550"/>
            <a:ext cx="1254314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1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2" name="Google Shape;132;p64"/>
          <p:cNvSpPr txBox="1"/>
          <p:nvPr>
            <p:ph idx="3" type="body"/>
          </p:nvPr>
        </p:nvSpPr>
        <p:spPr>
          <a:xfrm>
            <a:off x="7366082" y="4017086"/>
            <a:ext cx="1254314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1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3" name="Google Shape;133;p64"/>
          <p:cNvSpPr txBox="1"/>
          <p:nvPr>
            <p:ph idx="4" type="body"/>
          </p:nvPr>
        </p:nvSpPr>
        <p:spPr>
          <a:xfrm>
            <a:off x="7366082" y="4957948"/>
            <a:ext cx="1254314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  <a:defRPr sz="1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4" name="Google Shape;134;p64"/>
          <p:cNvSpPr txBox="1"/>
          <p:nvPr>
            <p:ph idx="5" type="body"/>
          </p:nvPr>
        </p:nvSpPr>
        <p:spPr>
          <a:xfrm>
            <a:off x="6903720" y="2816574"/>
            <a:ext cx="561421" cy="627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  <a:defRPr b="1" sz="44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5" name="Google Shape;135;p64"/>
          <p:cNvSpPr txBox="1"/>
          <p:nvPr>
            <p:ph idx="6" type="body"/>
          </p:nvPr>
        </p:nvSpPr>
        <p:spPr>
          <a:xfrm>
            <a:off x="6903720" y="3805802"/>
            <a:ext cx="561421" cy="627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  <a:defRPr b="1" sz="44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6" name="Google Shape;136;p64"/>
          <p:cNvSpPr txBox="1"/>
          <p:nvPr>
            <p:ph idx="7" type="body"/>
          </p:nvPr>
        </p:nvSpPr>
        <p:spPr>
          <a:xfrm>
            <a:off x="6903721" y="4795030"/>
            <a:ext cx="561421" cy="6272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  <a:defRPr b="1" sz="44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7" name="Google Shape;137;p64"/>
          <p:cNvSpPr txBox="1"/>
          <p:nvPr>
            <p:ph idx="8" type="body"/>
          </p:nvPr>
        </p:nvSpPr>
        <p:spPr>
          <a:xfrm>
            <a:off x="8629106" y="3074238"/>
            <a:ext cx="2427514" cy="7151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8" name="Google Shape;138;p64"/>
          <p:cNvSpPr txBox="1"/>
          <p:nvPr>
            <p:ph idx="9" type="body"/>
          </p:nvPr>
        </p:nvSpPr>
        <p:spPr>
          <a:xfrm>
            <a:off x="8629106" y="4074889"/>
            <a:ext cx="2427514" cy="7151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9" name="Google Shape;139;p64"/>
          <p:cNvSpPr txBox="1"/>
          <p:nvPr>
            <p:ph idx="13" type="body"/>
          </p:nvPr>
        </p:nvSpPr>
        <p:spPr>
          <a:xfrm>
            <a:off x="8629106" y="5016921"/>
            <a:ext cx="2427514" cy="7151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0" name="Google Shape;140;p6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6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6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0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Contenido con títulos">
  <p:cSld name="Dos Contenido con títulos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5"/>
          <p:cNvSpPr txBox="1"/>
          <p:nvPr>
            <p:ph idx="1" type="body"/>
          </p:nvPr>
        </p:nvSpPr>
        <p:spPr>
          <a:xfrm>
            <a:off x="838200" y="3429000"/>
            <a:ext cx="4114797" cy="2747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4pPr>
            <a:lvl5pPr indent="-2286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5" name="Google Shape;145;p65"/>
          <p:cNvSpPr txBox="1"/>
          <p:nvPr>
            <p:ph idx="2" type="body"/>
          </p:nvPr>
        </p:nvSpPr>
        <p:spPr>
          <a:xfrm>
            <a:off x="7239003" y="3429000"/>
            <a:ext cx="4114797" cy="2747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4pPr>
            <a:lvl5pPr indent="-2286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6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65"/>
          <p:cNvSpPr txBox="1"/>
          <p:nvPr>
            <p:ph idx="12" type="sldNum"/>
          </p:nvPr>
        </p:nvSpPr>
        <p:spPr>
          <a:xfrm>
            <a:off x="10477500" y="6356350"/>
            <a:ext cx="8763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48" name="Google Shape;148;p65"/>
          <p:cNvSpPr txBox="1"/>
          <p:nvPr>
            <p:ph type="title"/>
          </p:nvPr>
        </p:nvSpPr>
        <p:spPr>
          <a:xfrm>
            <a:off x="1034142" y="670094"/>
            <a:ext cx="10134601" cy="924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49" name="Google Shape;149;p65"/>
          <p:cNvCxnSpPr/>
          <p:nvPr/>
        </p:nvCxnSpPr>
        <p:spPr>
          <a:xfrm>
            <a:off x="6096000" y="2603500"/>
            <a:ext cx="0" cy="42545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0" name="Google Shape;150;p65"/>
          <p:cNvSpPr/>
          <p:nvPr/>
        </p:nvSpPr>
        <p:spPr>
          <a:xfrm>
            <a:off x="0" y="2324100"/>
            <a:ext cx="12192000" cy="633411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6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65"/>
          <p:cNvSpPr txBox="1"/>
          <p:nvPr>
            <p:ph idx="3" type="body"/>
          </p:nvPr>
        </p:nvSpPr>
        <p:spPr>
          <a:xfrm>
            <a:off x="838201" y="2413000"/>
            <a:ext cx="4114795" cy="493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52" name="Google Shape;152;p65"/>
          <p:cNvSpPr txBox="1"/>
          <p:nvPr>
            <p:ph idx="4" type="body"/>
          </p:nvPr>
        </p:nvSpPr>
        <p:spPr>
          <a:xfrm>
            <a:off x="7239003" y="2413000"/>
            <a:ext cx="4114797" cy="493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53" name="Google Shape;153;p65"/>
          <p:cNvSpPr txBox="1"/>
          <p:nvPr>
            <p:ph idx="11" type="ftr"/>
          </p:nvPr>
        </p:nvSpPr>
        <p:spPr>
          <a:xfrm>
            <a:off x="7239002" y="6356350"/>
            <a:ext cx="303846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scalando">
  <p:cSld name="Escalando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6"/>
          <p:cNvSpPr txBox="1"/>
          <p:nvPr>
            <p:ph idx="1" type="body"/>
          </p:nvPr>
        </p:nvSpPr>
        <p:spPr>
          <a:xfrm>
            <a:off x="8157335" y="1822008"/>
            <a:ext cx="3295186" cy="320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6" name="Google Shape;156;p66"/>
          <p:cNvSpPr txBox="1"/>
          <p:nvPr>
            <p:ph idx="2" type="body"/>
          </p:nvPr>
        </p:nvSpPr>
        <p:spPr>
          <a:xfrm>
            <a:off x="8157335" y="2167484"/>
            <a:ext cx="3294437" cy="540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7" name="Google Shape;157;p6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6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6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60" name="Google Shape;160;p66"/>
          <p:cNvSpPr txBox="1"/>
          <p:nvPr>
            <p:ph idx="3" type="body"/>
          </p:nvPr>
        </p:nvSpPr>
        <p:spPr>
          <a:xfrm>
            <a:off x="7080795" y="3339988"/>
            <a:ext cx="3295186" cy="320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1" name="Google Shape;161;p66"/>
          <p:cNvSpPr txBox="1"/>
          <p:nvPr>
            <p:ph idx="4" type="body"/>
          </p:nvPr>
        </p:nvSpPr>
        <p:spPr>
          <a:xfrm>
            <a:off x="7080795" y="3685464"/>
            <a:ext cx="3294437" cy="540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2" name="Google Shape;162;p66"/>
          <p:cNvSpPr txBox="1"/>
          <p:nvPr>
            <p:ph idx="5" type="body"/>
          </p:nvPr>
        </p:nvSpPr>
        <p:spPr>
          <a:xfrm>
            <a:off x="6231710" y="4857968"/>
            <a:ext cx="3295186" cy="320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3" name="Google Shape;163;p66"/>
          <p:cNvSpPr txBox="1"/>
          <p:nvPr>
            <p:ph idx="6" type="body"/>
          </p:nvPr>
        </p:nvSpPr>
        <p:spPr>
          <a:xfrm>
            <a:off x="6231710" y="5203444"/>
            <a:ext cx="3294437" cy="540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sz="12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164" name="Google Shape;164;p66"/>
          <p:cNvCxnSpPr/>
          <p:nvPr/>
        </p:nvCxnSpPr>
        <p:spPr>
          <a:xfrm flipH="1" rot="10800000">
            <a:off x="4369950" y="805543"/>
            <a:ext cx="3648352" cy="6052189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lg" w="lg" type="stealth"/>
          </a:ln>
        </p:spPr>
      </p:cxnSp>
      <p:sp>
        <p:nvSpPr>
          <p:cNvPr id="165" name="Google Shape;165;p66"/>
          <p:cNvSpPr txBox="1"/>
          <p:nvPr>
            <p:ph type="title"/>
          </p:nvPr>
        </p:nvSpPr>
        <p:spPr>
          <a:xfrm>
            <a:off x="1034142" y="1110286"/>
            <a:ext cx="10319657" cy="924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6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9" name="Google Shape;169;p6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0" name="Google Shape;170;p6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6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6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>
  <p:cSld name="Comparación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8"/>
          <p:cNvSpPr txBox="1"/>
          <p:nvPr>
            <p:ph idx="1" type="body"/>
          </p:nvPr>
        </p:nvSpPr>
        <p:spPr>
          <a:xfrm>
            <a:off x="1034142" y="2046288"/>
            <a:ext cx="554445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5" name="Google Shape;175;p68"/>
          <p:cNvSpPr txBox="1"/>
          <p:nvPr>
            <p:ph idx="2" type="body"/>
          </p:nvPr>
        </p:nvSpPr>
        <p:spPr>
          <a:xfrm>
            <a:off x="1034142" y="3162300"/>
            <a:ext cx="5544458" cy="3027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6" name="Google Shape;176;p68"/>
          <p:cNvSpPr txBox="1"/>
          <p:nvPr>
            <p:ph idx="3" type="body"/>
          </p:nvPr>
        </p:nvSpPr>
        <p:spPr>
          <a:xfrm>
            <a:off x="7240588" y="2046288"/>
            <a:ext cx="41148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77" name="Google Shape;177;p68"/>
          <p:cNvSpPr txBox="1"/>
          <p:nvPr>
            <p:ph idx="4" type="body"/>
          </p:nvPr>
        </p:nvSpPr>
        <p:spPr>
          <a:xfrm>
            <a:off x="7240588" y="3162300"/>
            <a:ext cx="4114800" cy="3027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8" name="Google Shape;178;p6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6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6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81" name="Google Shape;181;p68"/>
          <p:cNvSpPr txBox="1"/>
          <p:nvPr>
            <p:ph type="title"/>
          </p:nvPr>
        </p:nvSpPr>
        <p:spPr>
          <a:xfrm>
            <a:off x="1034142" y="1110286"/>
            <a:ext cx="10319657" cy="924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82" name="Google Shape;182;p68"/>
          <p:cNvCxnSpPr/>
          <p:nvPr/>
        </p:nvCxnSpPr>
        <p:spPr>
          <a:xfrm>
            <a:off x="1121228" y="0"/>
            <a:ext cx="0" cy="1110286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contenido">
  <p:cSld name="Título y contenido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9"/>
          <p:cNvSpPr txBox="1"/>
          <p:nvPr>
            <p:ph idx="1" type="body"/>
          </p:nvPr>
        </p:nvSpPr>
        <p:spPr>
          <a:xfrm>
            <a:off x="1034142" y="1850572"/>
            <a:ext cx="10134601" cy="40930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5" name="Google Shape;185;p6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6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6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88" name="Google Shape;188;p69"/>
          <p:cNvSpPr txBox="1"/>
          <p:nvPr>
            <p:ph type="title"/>
          </p:nvPr>
        </p:nvSpPr>
        <p:spPr>
          <a:xfrm>
            <a:off x="1034142" y="670094"/>
            <a:ext cx="10134601" cy="924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quipo - 4 arriba">
  <p:cSld name="Equipo - 4 arriba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0"/>
          <p:cNvSpPr/>
          <p:nvPr>
            <p:ph idx="2" type="pic"/>
          </p:nvPr>
        </p:nvSpPr>
        <p:spPr>
          <a:xfrm>
            <a:off x="8804817" y="2233881"/>
            <a:ext cx="3387182" cy="2390238"/>
          </a:xfrm>
          <a:prstGeom prst="rect">
            <a:avLst/>
          </a:prstGeom>
          <a:noFill/>
          <a:ln>
            <a:noFill/>
          </a:ln>
        </p:spPr>
      </p:sp>
      <p:sp>
        <p:nvSpPr>
          <p:cNvPr id="191" name="Google Shape;191;p70"/>
          <p:cNvSpPr/>
          <p:nvPr>
            <p:ph idx="3" type="pic"/>
          </p:nvPr>
        </p:nvSpPr>
        <p:spPr>
          <a:xfrm>
            <a:off x="5690016" y="2233881"/>
            <a:ext cx="3917851" cy="2390238"/>
          </a:xfrm>
          <a:prstGeom prst="rect">
            <a:avLst/>
          </a:prstGeom>
          <a:noFill/>
          <a:ln>
            <a:noFill/>
          </a:ln>
        </p:spPr>
      </p:sp>
      <p:sp>
        <p:nvSpPr>
          <p:cNvPr id="192" name="Google Shape;192;p70"/>
          <p:cNvSpPr/>
          <p:nvPr>
            <p:ph idx="4" type="pic"/>
          </p:nvPr>
        </p:nvSpPr>
        <p:spPr>
          <a:xfrm>
            <a:off x="2575215" y="2233881"/>
            <a:ext cx="3917851" cy="2390238"/>
          </a:xfrm>
          <a:prstGeom prst="rect">
            <a:avLst/>
          </a:prstGeom>
          <a:noFill/>
          <a:ln>
            <a:noFill/>
          </a:ln>
        </p:spPr>
      </p:sp>
      <p:sp>
        <p:nvSpPr>
          <p:cNvPr id="193" name="Google Shape;193;p70"/>
          <p:cNvSpPr/>
          <p:nvPr>
            <p:ph idx="5" type="pic"/>
          </p:nvPr>
        </p:nvSpPr>
        <p:spPr>
          <a:xfrm>
            <a:off x="0" y="2233881"/>
            <a:ext cx="3378263" cy="2390238"/>
          </a:xfrm>
          <a:prstGeom prst="rect">
            <a:avLst/>
          </a:prstGeom>
          <a:noFill/>
          <a:ln>
            <a:noFill/>
          </a:ln>
        </p:spPr>
      </p:sp>
      <p:sp>
        <p:nvSpPr>
          <p:cNvPr id="194" name="Google Shape;194;p7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7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7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97" name="Google Shape;197;p70"/>
          <p:cNvSpPr txBox="1"/>
          <p:nvPr>
            <p:ph type="title"/>
          </p:nvPr>
        </p:nvSpPr>
        <p:spPr>
          <a:xfrm>
            <a:off x="1034142" y="670094"/>
            <a:ext cx="10134601" cy="924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70"/>
          <p:cNvSpPr txBox="1"/>
          <p:nvPr>
            <p:ph idx="1" type="body"/>
          </p:nvPr>
        </p:nvSpPr>
        <p:spPr>
          <a:xfrm>
            <a:off x="3554933" y="5061424"/>
            <a:ext cx="2443654" cy="320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9" name="Google Shape;199;p70"/>
          <p:cNvSpPr txBox="1"/>
          <p:nvPr>
            <p:ph idx="6" type="body"/>
          </p:nvPr>
        </p:nvSpPr>
        <p:spPr>
          <a:xfrm>
            <a:off x="3554932" y="5406900"/>
            <a:ext cx="2443099" cy="361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0" name="Google Shape;200;p70"/>
          <p:cNvSpPr txBox="1"/>
          <p:nvPr>
            <p:ph idx="7" type="body"/>
          </p:nvPr>
        </p:nvSpPr>
        <p:spPr>
          <a:xfrm>
            <a:off x="931476" y="5061424"/>
            <a:ext cx="2443654" cy="320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1" name="Google Shape;201;p70"/>
          <p:cNvSpPr txBox="1"/>
          <p:nvPr>
            <p:ph idx="8" type="body"/>
          </p:nvPr>
        </p:nvSpPr>
        <p:spPr>
          <a:xfrm>
            <a:off x="931475" y="5406900"/>
            <a:ext cx="2443099" cy="361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2" name="Google Shape;202;p70"/>
          <p:cNvSpPr txBox="1"/>
          <p:nvPr>
            <p:ph idx="9" type="body"/>
          </p:nvPr>
        </p:nvSpPr>
        <p:spPr>
          <a:xfrm>
            <a:off x="6177835" y="5061424"/>
            <a:ext cx="2443654" cy="320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3" name="Google Shape;203;p70"/>
          <p:cNvSpPr txBox="1"/>
          <p:nvPr>
            <p:ph idx="13" type="body"/>
          </p:nvPr>
        </p:nvSpPr>
        <p:spPr>
          <a:xfrm>
            <a:off x="6177834" y="5406900"/>
            <a:ext cx="2443099" cy="361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4" name="Google Shape;204;p70"/>
          <p:cNvSpPr txBox="1"/>
          <p:nvPr>
            <p:ph idx="14" type="body"/>
          </p:nvPr>
        </p:nvSpPr>
        <p:spPr>
          <a:xfrm>
            <a:off x="8800181" y="5057897"/>
            <a:ext cx="2443654" cy="320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5" name="Google Shape;205;p70"/>
          <p:cNvSpPr txBox="1"/>
          <p:nvPr>
            <p:ph idx="15" type="body"/>
          </p:nvPr>
        </p:nvSpPr>
        <p:spPr>
          <a:xfrm>
            <a:off x="8800180" y="5403373"/>
            <a:ext cx="2443099" cy="361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quipo - 8 arriba">
  <p:cSld name="Equipo - 8 arriba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71"/>
          <p:cNvSpPr/>
          <p:nvPr>
            <p:ph idx="2" type="pic"/>
          </p:nvPr>
        </p:nvSpPr>
        <p:spPr>
          <a:xfrm>
            <a:off x="10383802" y="3121794"/>
            <a:ext cx="1808198" cy="1097726"/>
          </a:xfrm>
          <a:prstGeom prst="rect">
            <a:avLst/>
          </a:prstGeom>
          <a:noFill/>
          <a:ln>
            <a:noFill/>
          </a:ln>
        </p:spPr>
      </p:sp>
      <p:sp>
        <p:nvSpPr>
          <p:cNvPr id="208" name="Google Shape;208;p71"/>
          <p:cNvSpPr/>
          <p:nvPr>
            <p:ph idx="3" type="pic"/>
          </p:nvPr>
        </p:nvSpPr>
        <p:spPr>
          <a:xfrm>
            <a:off x="8900427" y="3121794"/>
            <a:ext cx="1799279" cy="1097726"/>
          </a:xfrm>
          <a:prstGeom prst="rect">
            <a:avLst/>
          </a:prstGeom>
          <a:noFill/>
          <a:ln>
            <a:noFill/>
          </a:ln>
        </p:spPr>
      </p:sp>
      <p:sp>
        <p:nvSpPr>
          <p:cNvPr id="209" name="Google Shape;209;p71"/>
          <p:cNvSpPr/>
          <p:nvPr>
            <p:ph idx="4" type="pic"/>
          </p:nvPr>
        </p:nvSpPr>
        <p:spPr>
          <a:xfrm>
            <a:off x="7416963" y="3121794"/>
            <a:ext cx="1799279" cy="1097726"/>
          </a:xfrm>
          <a:prstGeom prst="rect">
            <a:avLst/>
          </a:prstGeom>
          <a:noFill/>
          <a:ln>
            <a:noFill/>
          </a:ln>
        </p:spPr>
      </p:sp>
      <p:sp>
        <p:nvSpPr>
          <p:cNvPr id="210" name="Google Shape;210;p71"/>
          <p:cNvSpPr/>
          <p:nvPr>
            <p:ph idx="5" type="pic"/>
          </p:nvPr>
        </p:nvSpPr>
        <p:spPr>
          <a:xfrm>
            <a:off x="5933589" y="3121794"/>
            <a:ext cx="1799125" cy="1097726"/>
          </a:xfrm>
          <a:prstGeom prst="rect">
            <a:avLst/>
          </a:prstGeom>
          <a:noFill/>
          <a:ln>
            <a:noFill/>
          </a:ln>
        </p:spPr>
      </p:sp>
      <p:sp>
        <p:nvSpPr>
          <p:cNvPr id="211" name="Google Shape;211;p71"/>
          <p:cNvSpPr/>
          <p:nvPr>
            <p:ph idx="6" type="pic"/>
          </p:nvPr>
        </p:nvSpPr>
        <p:spPr>
          <a:xfrm>
            <a:off x="4450214" y="3121794"/>
            <a:ext cx="1799279" cy="1097726"/>
          </a:xfrm>
          <a:prstGeom prst="rect">
            <a:avLst/>
          </a:prstGeom>
          <a:noFill/>
          <a:ln>
            <a:noFill/>
          </a:ln>
        </p:spPr>
      </p:sp>
      <p:sp>
        <p:nvSpPr>
          <p:cNvPr id="212" name="Google Shape;212;p71"/>
          <p:cNvSpPr/>
          <p:nvPr>
            <p:ph idx="7" type="pic"/>
          </p:nvPr>
        </p:nvSpPr>
        <p:spPr>
          <a:xfrm>
            <a:off x="2966838" y="3121794"/>
            <a:ext cx="1799279" cy="1097726"/>
          </a:xfrm>
          <a:prstGeom prst="rect">
            <a:avLst/>
          </a:prstGeom>
          <a:noFill/>
          <a:ln>
            <a:noFill/>
          </a:ln>
        </p:spPr>
      </p:sp>
      <p:sp>
        <p:nvSpPr>
          <p:cNvPr id="213" name="Google Shape;213;p71"/>
          <p:cNvSpPr/>
          <p:nvPr>
            <p:ph idx="8" type="pic"/>
          </p:nvPr>
        </p:nvSpPr>
        <p:spPr>
          <a:xfrm>
            <a:off x="1483375" y="3121794"/>
            <a:ext cx="1799279" cy="1097726"/>
          </a:xfrm>
          <a:prstGeom prst="rect">
            <a:avLst/>
          </a:prstGeom>
          <a:noFill/>
          <a:ln>
            <a:noFill/>
          </a:ln>
        </p:spPr>
      </p:sp>
      <p:sp>
        <p:nvSpPr>
          <p:cNvPr id="214" name="Google Shape;214;p71"/>
          <p:cNvSpPr/>
          <p:nvPr>
            <p:ph idx="9" type="pic"/>
          </p:nvPr>
        </p:nvSpPr>
        <p:spPr>
          <a:xfrm>
            <a:off x="1" y="3121794"/>
            <a:ext cx="1799279" cy="1097726"/>
          </a:xfrm>
          <a:prstGeom prst="rect">
            <a:avLst/>
          </a:prstGeom>
          <a:noFill/>
          <a:ln>
            <a:noFill/>
          </a:ln>
        </p:spPr>
      </p:sp>
      <p:sp>
        <p:nvSpPr>
          <p:cNvPr id="215" name="Google Shape;215;p7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7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7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218" name="Google Shape;218;p71"/>
          <p:cNvSpPr txBox="1"/>
          <p:nvPr>
            <p:ph type="title"/>
          </p:nvPr>
        </p:nvSpPr>
        <p:spPr>
          <a:xfrm>
            <a:off x="1034142" y="670094"/>
            <a:ext cx="10134601" cy="924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71"/>
          <p:cNvSpPr txBox="1"/>
          <p:nvPr>
            <p:ph idx="1" type="body"/>
          </p:nvPr>
        </p:nvSpPr>
        <p:spPr>
          <a:xfrm>
            <a:off x="0" y="2325820"/>
            <a:ext cx="1799279" cy="320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0" name="Google Shape;220;p71"/>
          <p:cNvSpPr txBox="1"/>
          <p:nvPr>
            <p:ph idx="13" type="body"/>
          </p:nvPr>
        </p:nvSpPr>
        <p:spPr>
          <a:xfrm>
            <a:off x="409" y="2586626"/>
            <a:ext cx="1798870" cy="361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1" name="Google Shape;221;p71"/>
          <p:cNvSpPr txBox="1"/>
          <p:nvPr>
            <p:ph idx="14" type="body"/>
          </p:nvPr>
        </p:nvSpPr>
        <p:spPr>
          <a:xfrm>
            <a:off x="3429000" y="2325820"/>
            <a:ext cx="1337117" cy="320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2" name="Google Shape;222;p71"/>
          <p:cNvSpPr txBox="1"/>
          <p:nvPr>
            <p:ph idx="15" type="body"/>
          </p:nvPr>
        </p:nvSpPr>
        <p:spPr>
          <a:xfrm>
            <a:off x="3429005" y="2586626"/>
            <a:ext cx="1336813" cy="361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3" name="Google Shape;223;p71"/>
          <p:cNvSpPr txBox="1"/>
          <p:nvPr>
            <p:ph idx="16" type="body"/>
          </p:nvPr>
        </p:nvSpPr>
        <p:spPr>
          <a:xfrm>
            <a:off x="6395597" y="2325820"/>
            <a:ext cx="1337117" cy="320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4" name="Google Shape;224;p71"/>
          <p:cNvSpPr txBox="1"/>
          <p:nvPr>
            <p:ph idx="17" type="body"/>
          </p:nvPr>
        </p:nvSpPr>
        <p:spPr>
          <a:xfrm>
            <a:off x="6395602" y="2586626"/>
            <a:ext cx="1336813" cy="361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5" name="Google Shape;225;p71"/>
          <p:cNvSpPr txBox="1"/>
          <p:nvPr>
            <p:ph idx="18" type="body"/>
          </p:nvPr>
        </p:nvSpPr>
        <p:spPr>
          <a:xfrm>
            <a:off x="9371508" y="2325820"/>
            <a:ext cx="1337117" cy="320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6" name="Google Shape;226;p71"/>
          <p:cNvSpPr txBox="1"/>
          <p:nvPr>
            <p:ph idx="19" type="body"/>
          </p:nvPr>
        </p:nvSpPr>
        <p:spPr>
          <a:xfrm>
            <a:off x="9371513" y="2586626"/>
            <a:ext cx="1336813" cy="361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7" name="Google Shape;227;p71"/>
          <p:cNvSpPr txBox="1"/>
          <p:nvPr>
            <p:ph idx="20" type="body"/>
          </p:nvPr>
        </p:nvSpPr>
        <p:spPr>
          <a:xfrm>
            <a:off x="1483375" y="4507480"/>
            <a:ext cx="1337117" cy="320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8" name="Google Shape;228;p71"/>
          <p:cNvSpPr txBox="1"/>
          <p:nvPr>
            <p:ph idx="21" type="body"/>
          </p:nvPr>
        </p:nvSpPr>
        <p:spPr>
          <a:xfrm>
            <a:off x="1483380" y="4768286"/>
            <a:ext cx="1336813" cy="361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9" name="Google Shape;229;p71"/>
          <p:cNvSpPr txBox="1"/>
          <p:nvPr>
            <p:ph idx="22" type="body"/>
          </p:nvPr>
        </p:nvSpPr>
        <p:spPr>
          <a:xfrm>
            <a:off x="4457493" y="4507480"/>
            <a:ext cx="1337117" cy="320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0" name="Google Shape;230;p71"/>
          <p:cNvSpPr txBox="1"/>
          <p:nvPr>
            <p:ph idx="23" type="body"/>
          </p:nvPr>
        </p:nvSpPr>
        <p:spPr>
          <a:xfrm>
            <a:off x="4457498" y="4768286"/>
            <a:ext cx="1336813" cy="361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1" name="Google Shape;231;p71"/>
          <p:cNvSpPr txBox="1"/>
          <p:nvPr>
            <p:ph idx="24" type="body"/>
          </p:nvPr>
        </p:nvSpPr>
        <p:spPr>
          <a:xfrm>
            <a:off x="7416963" y="4502202"/>
            <a:ext cx="1337117" cy="320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2" name="Google Shape;232;p71"/>
          <p:cNvSpPr txBox="1"/>
          <p:nvPr>
            <p:ph idx="25" type="body"/>
          </p:nvPr>
        </p:nvSpPr>
        <p:spPr>
          <a:xfrm>
            <a:off x="7416968" y="4763008"/>
            <a:ext cx="1336813" cy="361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3" name="Google Shape;233;p71"/>
          <p:cNvSpPr txBox="1"/>
          <p:nvPr>
            <p:ph idx="26" type="body"/>
          </p:nvPr>
        </p:nvSpPr>
        <p:spPr>
          <a:xfrm>
            <a:off x="10376433" y="4527297"/>
            <a:ext cx="1799279" cy="3203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4" name="Google Shape;234;p71"/>
          <p:cNvSpPr txBox="1"/>
          <p:nvPr>
            <p:ph idx="27" type="body"/>
          </p:nvPr>
        </p:nvSpPr>
        <p:spPr>
          <a:xfrm>
            <a:off x="10376438" y="4788103"/>
            <a:ext cx="1798870" cy="361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sz="9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de contenido 4 con iconos">
  <p:cSld name="Columna de contenido 4 con iconos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72"/>
          <p:cNvSpPr txBox="1"/>
          <p:nvPr>
            <p:ph type="title"/>
          </p:nvPr>
        </p:nvSpPr>
        <p:spPr>
          <a:xfrm>
            <a:off x="1034142" y="1110286"/>
            <a:ext cx="10515600" cy="924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7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7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7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cxnSp>
        <p:nvCxnSpPr>
          <p:cNvPr id="240" name="Google Shape;240;p72"/>
          <p:cNvCxnSpPr/>
          <p:nvPr/>
        </p:nvCxnSpPr>
        <p:spPr>
          <a:xfrm>
            <a:off x="1121228" y="0"/>
            <a:ext cx="0" cy="1110286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1" name="Google Shape;241;p72"/>
          <p:cNvSpPr txBox="1"/>
          <p:nvPr>
            <p:ph idx="1" type="body"/>
          </p:nvPr>
        </p:nvSpPr>
        <p:spPr>
          <a:xfrm>
            <a:off x="838200" y="3788813"/>
            <a:ext cx="2330726" cy="80485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EFEFE"/>
              </a:buClr>
              <a:buSzPts val="3200"/>
              <a:buNone/>
              <a:defRPr sz="3200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42" name="Google Shape;242;p72"/>
          <p:cNvSpPr txBox="1"/>
          <p:nvPr>
            <p:ph idx="2" type="body"/>
          </p:nvPr>
        </p:nvSpPr>
        <p:spPr>
          <a:xfrm>
            <a:off x="838200" y="5120722"/>
            <a:ext cx="2330726" cy="8531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EFEFE"/>
              </a:buClr>
              <a:buSzPts val="1200"/>
              <a:buNone/>
              <a:defRPr sz="1200">
                <a:solidFill>
                  <a:srgbClr val="FEFEFE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3" name="Google Shape;243;p72"/>
          <p:cNvSpPr txBox="1"/>
          <p:nvPr>
            <p:ph idx="3" type="body"/>
          </p:nvPr>
        </p:nvSpPr>
        <p:spPr>
          <a:xfrm>
            <a:off x="3562665" y="3788813"/>
            <a:ext cx="2342205" cy="80485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EFEFE"/>
              </a:buClr>
              <a:buSzPts val="3200"/>
              <a:buNone/>
              <a:defRPr sz="3200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44" name="Google Shape;244;p72"/>
          <p:cNvSpPr txBox="1"/>
          <p:nvPr>
            <p:ph idx="4" type="body"/>
          </p:nvPr>
        </p:nvSpPr>
        <p:spPr>
          <a:xfrm>
            <a:off x="3562665" y="5120722"/>
            <a:ext cx="2342205" cy="8531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EFEFE"/>
              </a:buClr>
              <a:buSzPts val="1200"/>
              <a:buNone/>
              <a:defRPr sz="1200">
                <a:solidFill>
                  <a:srgbClr val="FEFEFE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5" name="Google Shape;245;p72"/>
          <p:cNvSpPr txBox="1"/>
          <p:nvPr>
            <p:ph idx="5" type="body"/>
          </p:nvPr>
        </p:nvSpPr>
        <p:spPr>
          <a:xfrm>
            <a:off x="6298609" y="3788813"/>
            <a:ext cx="2330726" cy="80485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EFEFE"/>
              </a:buClr>
              <a:buSzPts val="3200"/>
              <a:buNone/>
              <a:defRPr sz="3200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46" name="Google Shape;246;p72"/>
          <p:cNvSpPr txBox="1"/>
          <p:nvPr>
            <p:ph idx="6" type="body"/>
          </p:nvPr>
        </p:nvSpPr>
        <p:spPr>
          <a:xfrm>
            <a:off x="6298609" y="5120722"/>
            <a:ext cx="2330726" cy="8531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EFEFE"/>
              </a:buClr>
              <a:buSzPts val="1200"/>
              <a:buNone/>
              <a:defRPr sz="1200">
                <a:solidFill>
                  <a:srgbClr val="FEFEFE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7" name="Google Shape;247;p72"/>
          <p:cNvSpPr txBox="1"/>
          <p:nvPr>
            <p:ph idx="7" type="body"/>
          </p:nvPr>
        </p:nvSpPr>
        <p:spPr>
          <a:xfrm>
            <a:off x="9023074" y="3788457"/>
            <a:ext cx="2330726" cy="80485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EFEFE"/>
              </a:buClr>
              <a:buSzPts val="3200"/>
              <a:buNone/>
              <a:defRPr sz="3200">
                <a:solidFill>
                  <a:srgbClr val="FEFEF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48" name="Google Shape;248;p72"/>
          <p:cNvSpPr txBox="1"/>
          <p:nvPr>
            <p:ph idx="8" type="body"/>
          </p:nvPr>
        </p:nvSpPr>
        <p:spPr>
          <a:xfrm>
            <a:off x="9023074" y="5120366"/>
            <a:ext cx="2330726" cy="8531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EFEFE"/>
              </a:buClr>
              <a:buSzPts val="1200"/>
              <a:buNone/>
              <a:defRPr sz="1200">
                <a:solidFill>
                  <a:srgbClr val="FEFEFE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9" name="Google Shape;249;p72"/>
          <p:cNvSpPr txBox="1"/>
          <p:nvPr>
            <p:ph idx="9" type="body"/>
          </p:nvPr>
        </p:nvSpPr>
        <p:spPr>
          <a:xfrm>
            <a:off x="838200" y="4464810"/>
            <a:ext cx="2330726" cy="43850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50" name="Google Shape;250;p72"/>
          <p:cNvSpPr txBox="1"/>
          <p:nvPr>
            <p:ph idx="13" type="body"/>
          </p:nvPr>
        </p:nvSpPr>
        <p:spPr>
          <a:xfrm>
            <a:off x="6298609" y="4464810"/>
            <a:ext cx="2330726" cy="43850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51" name="Google Shape;251;p72"/>
          <p:cNvSpPr txBox="1"/>
          <p:nvPr>
            <p:ph idx="14" type="body"/>
          </p:nvPr>
        </p:nvSpPr>
        <p:spPr>
          <a:xfrm>
            <a:off x="9023074" y="4464454"/>
            <a:ext cx="2330726" cy="43850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52" name="Google Shape;252;p72"/>
          <p:cNvSpPr txBox="1"/>
          <p:nvPr>
            <p:ph idx="15" type="body"/>
          </p:nvPr>
        </p:nvSpPr>
        <p:spPr>
          <a:xfrm>
            <a:off x="3568700" y="4464453"/>
            <a:ext cx="2330726" cy="43850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0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contenido con la imagen M">
  <p:cSld name="Título y contenido con la imagen M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73"/>
          <p:cNvSpPr/>
          <p:nvPr>
            <p:ph idx="2" type="pic"/>
          </p:nvPr>
        </p:nvSpPr>
        <p:spPr>
          <a:xfrm>
            <a:off x="0" y="0"/>
            <a:ext cx="6508046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55" name="Google Shape;255;p73"/>
          <p:cNvSpPr txBox="1"/>
          <p:nvPr>
            <p:ph idx="1" type="body"/>
          </p:nvPr>
        </p:nvSpPr>
        <p:spPr>
          <a:xfrm>
            <a:off x="7260771" y="4136571"/>
            <a:ext cx="3907972" cy="18832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6" name="Google Shape;256;p73"/>
          <p:cNvSpPr txBox="1"/>
          <p:nvPr>
            <p:ph idx="10" type="dt"/>
          </p:nvPr>
        </p:nvSpPr>
        <p:spPr>
          <a:xfrm>
            <a:off x="838200" y="6356350"/>
            <a:ext cx="164374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7" name="Google Shape;257;p73"/>
          <p:cNvSpPr txBox="1"/>
          <p:nvPr>
            <p:ph idx="11" type="ftr"/>
          </p:nvPr>
        </p:nvSpPr>
        <p:spPr>
          <a:xfrm>
            <a:off x="4332514" y="6356350"/>
            <a:ext cx="21755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7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259" name="Google Shape;259;p73"/>
          <p:cNvSpPr txBox="1"/>
          <p:nvPr>
            <p:ph type="title"/>
          </p:nvPr>
        </p:nvSpPr>
        <p:spPr>
          <a:xfrm>
            <a:off x="7260771" y="3363686"/>
            <a:ext cx="3907972" cy="555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60" name="Google Shape;260;p73"/>
          <p:cNvCxnSpPr/>
          <p:nvPr/>
        </p:nvCxnSpPr>
        <p:spPr>
          <a:xfrm>
            <a:off x="7271657" y="0"/>
            <a:ext cx="0" cy="31242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En blanco" type="blank">
  <p:cSld name="BLANK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52"/>
          <p:cNvSpPr txBox="1"/>
          <p:nvPr>
            <p:ph idx="10" type="dt"/>
          </p:nvPr>
        </p:nvSpPr>
        <p:spPr>
          <a:xfrm>
            <a:off x="513589" y="6656871"/>
            <a:ext cx="2702091" cy="216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272" name="Google Shape;272;p52"/>
          <p:cNvSpPr txBox="1"/>
          <p:nvPr>
            <p:ph idx="12" type="sldNum"/>
          </p:nvPr>
        </p:nvSpPr>
        <p:spPr>
          <a:xfrm>
            <a:off x="10416480" y="6658074"/>
            <a:ext cx="1165920" cy="2136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b="1" i="0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b="1" i="0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b="1" i="0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b="1" i="0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b="1" i="0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b="1" i="0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b="1" i="0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b="1" i="0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b="1" i="0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VERSIÓN: 1.0</a:t>
            </a:r>
            <a:endParaRPr/>
          </a:p>
        </p:txBody>
      </p:sp>
      <p:sp>
        <p:nvSpPr>
          <p:cNvPr id="273" name="Google Shape;273;p52"/>
          <p:cNvSpPr txBox="1"/>
          <p:nvPr>
            <p:ph idx="11" type="ftr"/>
          </p:nvPr>
        </p:nvSpPr>
        <p:spPr>
          <a:xfrm>
            <a:off x="5850880" y="6658074"/>
            <a:ext cx="1930400" cy="2136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>
  <p:cSld name="Diapositiva de título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5" name="Google Shape;275;p53"/>
          <p:cNvGraphicFramePr/>
          <p:nvPr/>
        </p:nvGraphicFramePr>
        <p:xfrm>
          <a:off x="-25400" y="749300"/>
          <a:ext cx="12217400" cy="5360988"/>
        </p:xfrm>
        <a:graphic>
          <a:graphicData uri="http://schemas.openxmlformats.org/presentationml/2006/ole">
            <mc:AlternateContent>
              <mc:Choice Requires="v">
                <p:oleObj r:id="rId3" imgH="5360988" imgW="12217400" progId="" spid="_x0000_s1">
                  <p:embed/>
                </p:oleObj>
              </mc:Choice>
              <mc:Fallback>
                <p:oleObj r:id="rId4" imgH="5360988" imgW="12217400" progId="">
                  <p:embed/>
                  <p:pic>
                    <p:nvPicPr>
                      <p:cNvPr id="275" name="Google Shape;275;p53"/>
                      <p:cNvPicPr preferRelativeResize="0"/>
                      <p:nvPr/>
                    </p:nvPicPr>
                    <p:blipFill rotWithShape="1">
                      <a:blip r:embed="rId5">
                        <a:alphaModFix/>
                      </a:blip>
                      <a:srcRect b="0" l="0" r="2678" t="0"/>
                      <a:stretch/>
                    </p:blipFill>
                    <p:spPr>
                      <a:xfrm>
                        <a:off x="-25400" y="749300"/>
                        <a:ext cx="12217400" cy="5360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" name="Google Shape;276;p53"/>
          <p:cNvSpPr/>
          <p:nvPr/>
        </p:nvSpPr>
        <p:spPr>
          <a:xfrm>
            <a:off x="4095751" y="2286000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ie de pagina espe.jpg" id="277" name="Google Shape;277;p5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5864226"/>
            <a:ext cx="12192000" cy="106521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278" name="Google Shape;278;p53"/>
          <p:cNvSpPr txBox="1"/>
          <p:nvPr>
            <p:ph idx="10" type="dt"/>
          </p:nvPr>
        </p:nvSpPr>
        <p:spPr>
          <a:xfrm>
            <a:off x="513589" y="5661248"/>
            <a:ext cx="2702091" cy="216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279" name="Google Shape;279;p53"/>
          <p:cNvSpPr txBox="1"/>
          <p:nvPr>
            <p:ph idx="11" type="ftr"/>
          </p:nvPr>
        </p:nvSpPr>
        <p:spPr>
          <a:xfrm>
            <a:off x="5850880" y="5662451"/>
            <a:ext cx="1930400" cy="2136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280" name="Google Shape;280;p53"/>
          <p:cNvSpPr txBox="1"/>
          <p:nvPr>
            <p:ph idx="12" type="sldNum"/>
          </p:nvPr>
        </p:nvSpPr>
        <p:spPr>
          <a:xfrm>
            <a:off x="10416480" y="5662451"/>
            <a:ext cx="1165920" cy="2136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b="1" i="0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b="1" i="0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b="1" i="0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b="1" i="0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b="1" i="0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b="1" i="0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b="1" i="0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b="1" i="0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b="1" i="0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VERSIÓN: </a:t>
            </a:r>
            <a:r>
              <a:rPr b="0" lang="es-ES"/>
              <a:t>1.1</a:t>
            </a:r>
            <a:endParaRPr/>
          </a:p>
        </p:txBody>
      </p:sp>
      <p:pic>
        <p:nvPicPr>
          <p:cNvPr id="281" name="Google Shape;281;p5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7469" y="222164"/>
            <a:ext cx="2976000" cy="576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>
  <p:cSld name="Título y objetos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74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81000" lvl="3" marL="18288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81000" lvl="4" marL="22860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»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»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»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»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»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4" name="Google Shape;284;p7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32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32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32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32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32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32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32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32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32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75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40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32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32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32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32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32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32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32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32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7" name="Google Shape;287;p75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7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32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32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32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32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32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32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32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32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32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0" name="Google Shape;290;p76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1" name="Google Shape;291;p76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7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32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32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32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32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32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32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32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32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32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4" name="Google Shape;294;p77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5" name="Google Shape;295;p77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6" name="Google Shape;296;p77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7" name="Google Shape;297;p77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7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32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32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32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32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32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32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32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32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32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>
  <p:cSld name="En blanco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80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20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32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32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32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32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32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32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32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32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3" name="Google Shape;303;p80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4" name="Google Shape;304;p80"/>
          <p:cNvSpPr txBox="1"/>
          <p:nvPr>
            <p:ph idx="2" type="body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81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20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32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32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32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32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32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32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32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32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7" name="Google Shape;307;p81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308" name="Google Shape;308;p81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8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32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32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32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32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32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32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32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32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32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1" name="Google Shape;311;p82"/>
          <p:cNvSpPr txBox="1"/>
          <p:nvPr>
            <p:ph idx="1" type="body"/>
          </p:nvPr>
        </p:nvSpPr>
        <p:spPr>
          <a:xfrm rot="5400000">
            <a:off x="3833020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81000" lvl="3" marL="18288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81000" lvl="4" marL="22860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»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»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»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»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»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83"/>
          <p:cNvSpPr txBox="1"/>
          <p:nvPr>
            <p:ph type="title"/>
          </p:nvPr>
        </p:nvSpPr>
        <p:spPr>
          <a:xfrm rot="5400000">
            <a:off x="7285039" y="1828801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32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32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32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32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32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32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32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32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1" sz="3200" u="none" cap="none" strike="noStrik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4" name="Google Shape;314;p83"/>
          <p:cNvSpPr txBox="1"/>
          <p:nvPr>
            <p:ph idx="1" type="body"/>
          </p:nvPr>
        </p:nvSpPr>
        <p:spPr>
          <a:xfrm rot="5400000">
            <a:off x="1697039" y="-812800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81000" lvl="3" marL="18288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81000" lvl="4" marL="22860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»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»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»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»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»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2.xml"/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E8E8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51"/>
          <p:cNvSpPr/>
          <p:nvPr/>
        </p:nvSpPr>
        <p:spPr>
          <a:xfrm>
            <a:off x="0" y="1"/>
            <a:ext cx="12192000" cy="620713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9EB786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51"/>
          <p:cNvSpPr/>
          <p:nvPr/>
        </p:nvSpPr>
        <p:spPr>
          <a:xfrm rot="10800000">
            <a:off x="1" y="6308726"/>
            <a:ext cx="10513484" cy="549275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9EB786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4" name="Google Shape;264;p51"/>
          <p:cNvCxnSpPr/>
          <p:nvPr/>
        </p:nvCxnSpPr>
        <p:spPr>
          <a:xfrm>
            <a:off x="33868" y="6235700"/>
            <a:ext cx="8879417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5" name="Google Shape;265;p51"/>
          <p:cNvCxnSpPr/>
          <p:nvPr/>
        </p:nvCxnSpPr>
        <p:spPr>
          <a:xfrm>
            <a:off x="33868" y="6283325"/>
            <a:ext cx="8879417" cy="0"/>
          </a:xfrm>
          <a:prstGeom prst="straightConnector1">
            <a:avLst/>
          </a:prstGeom>
          <a:noFill/>
          <a:ln cap="flat" cmpd="sng" w="38100">
            <a:solidFill>
              <a:srgbClr val="0066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6" name="Google Shape;266;p51"/>
          <p:cNvSpPr txBox="1"/>
          <p:nvPr>
            <p:ph idx="10" type="dt"/>
          </p:nvPr>
        </p:nvSpPr>
        <p:spPr>
          <a:xfrm>
            <a:off x="513589" y="6656871"/>
            <a:ext cx="2702091" cy="216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7" name="Google Shape;267;p51"/>
          <p:cNvSpPr txBox="1"/>
          <p:nvPr>
            <p:ph idx="11" type="ftr"/>
          </p:nvPr>
        </p:nvSpPr>
        <p:spPr>
          <a:xfrm>
            <a:off x="5850880" y="6658074"/>
            <a:ext cx="1930400" cy="2136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8" name="Google Shape;268;p51"/>
          <p:cNvSpPr txBox="1"/>
          <p:nvPr>
            <p:ph idx="12" type="sldNum"/>
          </p:nvPr>
        </p:nvSpPr>
        <p:spPr>
          <a:xfrm>
            <a:off x="10416480" y="6658074"/>
            <a:ext cx="1165920" cy="2136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b="1" i="0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b="1" i="0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b="1" i="0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b="1" i="0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b="1" i="0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b="1" i="0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b="1" i="0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b="1" i="0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b="1" i="0" sz="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VERSIÓN: </a:t>
            </a:r>
            <a:r>
              <a:rPr b="0" lang="es-ES"/>
              <a:t>1.1</a:t>
            </a:r>
            <a:endParaRPr b="0" sz="1400">
              <a:solidFill>
                <a:srgbClr val="000000"/>
              </a:solidFill>
            </a:endParaRPr>
          </a:p>
        </p:txBody>
      </p:sp>
      <p:pic>
        <p:nvPicPr>
          <p:cNvPr id="269" name="Google Shape;269;p5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933619" y="5981170"/>
            <a:ext cx="2976000" cy="576448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Relationship Id="rId4" Type="http://schemas.openxmlformats.org/officeDocument/2006/relationships/image" Target="../media/image2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slide" Target="/ppt/slides/slide27.xml"/><Relationship Id="rId10" Type="http://schemas.openxmlformats.org/officeDocument/2006/relationships/slide" Target="/ppt/slides/slide18.xml"/><Relationship Id="rId13" Type="http://schemas.openxmlformats.org/officeDocument/2006/relationships/slide" Target="/ppt/slides/slide29.xml"/><Relationship Id="rId12" Type="http://schemas.openxmlformats.org/officeDocument/2006/relationships/slide" Target="/ppt/slides/slide28.xml"/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slide" Target="/ppt/slides/slide3.xml"/><Relationship Id="rId9" Type="http://schemas.openxmlformats.org/officeDocument/2006/relationships/slide" Target="/ppt/slides/slide17.xml"/><Relationship Id="rId15" Type="http://schemas.openxmlformats.org/officeDocument/2006/relationships/slide" Target="/ppt/slides/slide43.xml"/><Relationship Id="rId14" Type="http://schemas.openxmlformats.org/officeDocument/2006/relationships/slide" Target="/ppt/slides/slide35.xml"/><Relationship Id="rId16" Type="http://schemas.openxmlformats.org/officeDocument/2006/relationships/slide" Target="/ppt/slides/slide44.xml"/><Relationship Id="rId5" Type="http://schemas.openxmlformats.org/officeDocument/2006/relationships/slide" Target="/ppt/slides/slide4.xml"/><Relationship Id="rId6" Type="http://schemas.openxmlformats.org/officeDocument/2006/relationships/slide" Target="/ppt/slides/slide5.xml"/><Relationship Id="rId7" Type="http://schemas.openxmlformats.org/officeDocument/2006/relationships/slide" Target="/ppt/slides/slide7.xml"/><Relationship Id="rId8" Type="http://schemas.openxmlformats.org/officeDocument/2006/relationships/slide" Target="/ppt/slides/slide1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3.jpg"/><Relationship Id="rId5" Type="http://schemas.openxmlformats.org/officeDocument/2006/relationships/image" Target="../media/image4.jpg"/><Relationship Id="rId6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5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7.png"/><Relationship Id="rId4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8.png"/><Relationship Id="rId4" Type="http://schemas.openxmlformats.org/officeDocument/2006/relationships/image" Target="../media/image30.png"/><Relationship Id="rId5" Type="http://schemas.openxmlformats.org/officeDocument/2006/relationships/image" Target="../media/image43.png"/><Relationship Id="rId6" Type="http://schemas.openxmlformats.org/officeDocument/2006/relationships/image" Target="../media/image34.png"/><Relationship Id="rId7" Type="http://schemas.openxmlformats.org/officeDocument/2006/relationships/image" Target="../media/image3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6.png"/><Relationship Id="rId4" Type="http://schemas.openxmlformats.org/officeDocument/2006/relationships/image" Target="../media/image5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4.xml"/><Relationship Id="rId3" Type="http://schemas.openxmlformats.org/officeDocument/2006/relationships/chart" Target="../charts/chart1.xml"/><Relationship Id="rId4" Type="http://schemas.openxmlformats.org/officeDocument/2006/relationships/image" Target="../media/image36.png"/><Relationship Id="rId5" Type="http://schemas.openxmlformats.org/officeDocument/2006/relationships/image" Target="../media/image6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9.png"/><Relationship Id="rId4" Type="http://schemas.openxmlformats.org/officeDocument/2006/relationships/image" Target="../media/image49.png"/><Relationship Id="rId5" Type="http://schemas.openxmlformats.org/officeDocument/2006/relationships/hyperlink" Target="https://support.office.com/es-es/article/etiquetas-276a2cd1-74d2-43d0-ab5a-b90460358ad5" TargetMode="External"/><Relationship Id="rId6" Type="http://schemas.openxmlformats.org/officeDocument/2006/relationships/hyperlink" Target="https://support.office.com/es-es/article/cartas-d7686bb1-3077-4af3-926b-8c825e9505a3" TargetMode="External"/><Relationship Id="rId7" Type="http://schemas.openxmlformats.org/officeDocument/2006/relationships/hyperlink" Target="https://support.office.com/es-es/article/sobres-654d563e-e9d6-47b5-b7bd-539064938b9d" TargetMode="External"/><Relationship Id="rId8" Type="http://schemas.openxmlformats.org/officeDocument/2006/relationships/hyperlink" Target="https://support.office.com/es-es/article/mensajes-de-correo-0f123521-20ce-4aa8-8b62-ac211dedefa4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64.png"/><Relationship Id="rId4" Type="http://schemas.openxmlformats.org/officeDocument/2006/relationships/image" Target="../media/image5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63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62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65.png"/><Relationship Id="rId4" Type="http://schemas.openxmlformats.org/officeDocument/2006/relationships/image" Target="../media/image6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imer plano de una niña escribiendo&#10;" id="320" name="Google Shape;320;p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9775"/>
            <a:ext cx="12192001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1"/>
          <p:cNvSpPr txBox="1"/>
          <p:nvPr>
            <p:ph type="ctrTitle"/>
          </p:nvPr>
        </p:nvSpPr>
        <p:spPr>
          <a:xfrm>
            <a:off x="1169152" y="2330200"/>
            <a:ext cx="11081100" cy="12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s-ES"/>
              <a:t>UNIVERSIDAD DE LAS</a:t>
            </a:r>
            <a:endParaRPr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s-ES"/>
              <a:t> FUERZAS ARMADAS  ESPE</a:t>
            </a:r>
            <a:endParaRPr/>
          </a:p>
        </p:txBody>
      </p:sp>
      <p:cxnSp>
        <p:nvCxnSpPr>
          <p:cNvPr id="322" name="Google Shape;322;p1"/>
          <p:cNvCxnSpPr/>
          <p:nvPr/>
        </p:nvCxnSpPr>
        <p:spPr>
          <a:xfrm>
            <a:off x="965821" y="1902810"/>
            <a:ext cx="0" cy="15342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23" name="Google Shape;323;p1"/>
          <p:cNvCxnSpPr/>
          <p:nvPr/>
        </p:nvCxnSpPr>
        <p:spPr>
          <a:xfrm rot="10800000">
            <a:off x="4245428" y="5655432"/>
            <a:ext cx="331888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4" name="Google Shape;324;p1"/>
          <p:cNvSpPr txBox="1"/>
          <p:nvPr/>
        </p:nvSpPr>
        <p:spPr>
          <a:xfrm>
            <a:off x="8672666" y="5375700"/>
            <a:ext cx="6006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NIVELACIÓN</a:t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Asignatura OFIMÁTICA </a:t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5" name="Google Shape;325;p1"/>
          <p:cNvPicPr preferRelativeResize="0"/>
          <p:nvPr/>
        </p:nvPicPr>
        <p:blipFill rotWithShape="1">
          <a:blip r:embed="rId4">
            <a:alphaModFix/>
          </a:blip>
          <a:srcRect b="8492" l="0" r="0" t="9614"/>
          <a:stretch/>
        </p:blipFill>
        <p:spPr>
          <a:xfrm>
            <a:off x="7564325" y="0"/>
            <a:ext cx="4627674" cy="976675"/>
          </a:xfrm>
          <a:prstGeom prst="rect">
            <a:avLst/>
          </a:prstGeom>
          <a:noFill/>
          <a:ln>
            <a:noFill/>
          </a:ln>
          <a:effectLst>
            <a:outerShdw blurRad="442913" rotWithShape="0" algn="bl" dir="5400000" dist="180975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"/>
          <p:cNvSpPr txBox="1"/>
          <p:nvPr>
            <p:ph idx="12" type="sldNum"/>
          </p:nvPr>
        </p:nvSpPr>
        <p:spPr>
          <a:xfrm>
            <a:off x="10416480" y="6658074"/>
            <a:ext cx="1165800" cy="21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r>
              <a:rPr lang="es-ES"/>
              <a:t>VERSIÓN: 1.0</a:t>
            </a:r>
            <a:endParaRPr/>
          </a:p>
        </p:txBody>
      </p:sp>
      <p:sp>
        <p:nvSpPr>
          <p:cNvPr id="332" name="Google Shape;332;p3"/>
          <p:cNvSpPr txBox="1"/>
          <p:nvPr/>
        </p:nvSpPr>
        <p:spPr>
          <a:xfrm>
            <a:off x="2913355" y="2324641"/>
            <a:ext cx="63654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s-ES" sz="36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TEMA 1: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s-ES" sz="36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PROCESADOR DE TEXTOS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s-ES" sz="36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CONFIGURACIONES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"/>
          <p:cNvSpPr txBox="1"/>
          <p:nvPr>
            <p:ph idx="1" type="body"/>
          </p:nvPr>
        </p:nvSpPr>
        <p:spPr>
          <a:xfrm flipH="1">
            <a:off x="12145963" y="3059113"/>
            <a:ext cx="46037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4"/>
          <p:cNvSpPr txBox="1"/>
          <p:nvPr/>
        </p:nvSpPr>
        <p:spPr>
          <a:xfrm>
            <a:off x="2940800" y="106025"/>
            <a:ext cx="5062200" cy="9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600"/>
              <a:buFont typeface="Arial"/>
              <a:buNone/>
            </a:pPr>
            <a:r>
              <a:rPr b="1" i="0" lang="es-ES" sz="3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0. CONTENIDOS</a:t>
            </a:r>
            <a:endParaRPr b="1" i="0" sz="34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0" name="Google Shape;340;p4"/>
          <p:cNvPicPr preferRelativeResize="0"/>
          <p:nvPr/>
        </p:nvPicPr>
        <p:blipFill rotWithShape="1">
          <a:blip r:embed="rId3">
            <a:alphaModFix/>
          </a:blip>
          <a:srcRect b="0" l="20170" r="18524" t="0"/>
          <a:stretch/>
        </p:blipFill>
        <p:spPr>
          <a:xfrm>
            <a:off x="10250090" y="4405086"/>
            <a:ext cx="1724382" cy="145052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41" name="Google Shape;341;p4"/>
          <p:cNvGraphicFramePr/>
          <p:nvPr/>
        </p:nvGraphicFramePr>
        <p:xfrm>
          <a:off x="2163490" y="71624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{4E668A3A-43F3-486C-AC8A-883A90ED3EB0}</a:tableStyleId>
              </a:tblPr>
              <a:tblGrid>
                <a:gridCol w="4381850"/>
                <a:gridCol w="2222900"/>
              </a:tblGrid>
              <a:tr h="332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s-ES" sz="1700" u="none" cap="none" strike="noStrike">
                          <a:solidFill>
                            <a:schemeClr val="dk1"/>
                          </a:solidFill>
                        </a:rPr>
                        <a:t>Componente</a:t>
                      </a:r>
                      <a:endParaRPr sz="17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s-ES" sz="1700" u="none" cap="none" strike="noStrike">
                          <a:solidFill>
                            <a:schemeClr val="dk1"/>
                          </a:solidFill>
                        </a:rPr>
                        <a:t>Diapositiva</a:t>
                      </a:r>
                      <a:endParaRPr sz="17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s-ES" sz="1700" u="none" cap="none" strike="noStrike"/>
                        <a:t>0. Contenidos</a:t>
                      </a:r>
                      <a:endParaRPr sz="1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s-ES" sz="1700" u="sng">
                          <a:solidFill>
                            <a:schemeClr val="hlink"/>
                          </a:solidFill>
                          <a:hlinkClick action="ppaction://hlinksldjump" r:id="rId4"/>
                        </a:rPr>
                        <a:t>3</a:t>
                      </a:r>
                      <a:endParaRPr sz="17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s-ES" sz="1700" u="none" cap="none" strike="noStrike">
                          <a:solidFill>
                            <a:schemeClr val="dk1"/>
                          </a:solidFill>
                        </a:rPr>
                        <a:t>1. Procesador de Texto</a:t>
                      </a:r>
                      <a:endParaRPr sz="17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s-ES" sz="1700" u="sng">
                          <a:solidFill>
                            <a:schemeClr val="hlink"/>
                          </a:solidFill>
                          <a:hlinkClick action="ppaction://hlinksldjump" r:id="rId5"/>
                        </a:rPr>
                        <a:t>4</a:t>
                      </a:r>
                      <a:endParaRPr sz="1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s-ES" sz="1700" u="none" cap="none" strike="noStrike">
                          <a:solidFill>
                            <a:schemeClr val="dk1"/>
                          </a:solidFill>
                        </a:rPr>
                        <a:t>2. Pestañas de Word</a:t>
                      </a:r>
                      <a:endParaRPr sz="17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s-ES" sz="1700" u="sng">
                          <a:solidFill>
                            <a:schemeClr val="hlink"/>
                          </a:solidFill>
                          <a:hlinkClick action="ppaction://hlinksldjump" r:id="rId6"/>
                        </a:rPr>
                        <a:t>5</a:t>
                      </a:r>
                      <a:endParaRPr sz="17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s-ES" sz="1700" u="none" cap="none" strike="noStrike"/>
                        <a:t>3</a:t>
                      </a:r>
                      <a:r>
                        <a:rPr lang="es-ES" sz="1700" u="none" cap="none" strike="noStrike">
                          <a:solidFill>
                            <a:schemeClr val="dk1"/>
                          </a:solidFill>
                        </a:rPr>
                        <a:t>. Diseño y configuración de página</a:t>
                      </a:r>
                      <a:endParaRPr sz="17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s-ES" sz="1700" u="sng" cap="none" strike="noStrike">
                          <a:solidFill>
                            <a:schemeClr val="hlink"/>
                          </a:solidFill>
                          <a:hlinkClick action="ppaction://hlinksldjump" r:id="rId7"/>
                        </a:rPr>
                        <a:t>7</a:t>
                      </a:r>
                      <a:endParaRPr sz="17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s-ES" sz="1700" u="none" cap="none" strike="noStrike"/>
                        <a:t>4</a:t>
                      </a:r>
                      <a:r>
                        <a:rPr lang="es-ES" sz="1700" u="none" cap="none" strike="noStrike">
                          <a:solidFill>
                            <a:schemeClr val="dk1"/>
                          </a:solidFill>
                        </a:rPr>
                        <a:t>. Estilos</a:t>
                      </a:r>
                      <a:endParaRPr sz="17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s-ES" sz="1700" u="sng" cap="none" strike="noStrike">
                          <a:solidFill>
                            <a:schemeClr val="hlink"/>
                          </a:solidFill>
                          <a:hlinkClick action="ppaction://hlinksldjump" r:id="rId8"/>
                        </a:rPr>
                        <a:t>13</a:t>
                      </a:r>
                      <a:endParaRPr sz="17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s-ES" sz="1700" u="none" cap="none" strike="noStrike"/>
                        <a:t>5. Estilos de Diseño </a:t>
                      </a:r>
                      <a:endParaRPr sz="17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s-ES" sz="1700" u="sng" cap="none" strike="noStrike">
                          <a:solidFill>
                            <a:schemeClr val="hlink"/>
                          </a:solidFill>
                          <a:hlinkClick action="ppaction://hlinksldjump" r:id="rId9"/>
                        </a:rPr>
                        <a:t>17</a:t>
                      </a:r>
                      <a:endParaRPr sz="17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s-ES" sz="1700" u="none" cap="none" strike="noStrike"/>
                        <a:t>6. Inserción de Objetos</a:t>
                      </a:r>
                      <a:endParaRPr sz="17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s-ES" sz="1700" u="sng" cap="none" strike="noStrike">
                          <a:solidFill>
                            <a:schemeClr val="hlink"/>
                          </a:solidFill>
                          <a:hlinkClick action="ppaction://hlinksldjump" r:id="rId10"/>
                        </a:rPr>
                        <a:t>18</a:t>
                      </a:r>
                      <a:endParaRPr sz="17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s-ES" sz="1700" u="none" cap="none" strike="noStrike"/>
                        <a:t>7. Ejercicio 1</a:t>
                      </a:r>
                      <a:endParaRPr sz="17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s-ES" sz="1700" u="sng" cap="none" strike="noStrike">
                          <a:solidFill>
                            <a:schemeClr val="hlink"/>
                          </a:solidFill>
                          <a:hlinkClick action="ppaction://hlinksldjump" r:id="rId11"/>
                        </a:rPr>
                        <a:t>27</a:t>
                      </a:r>
                      <a:endParaRPr sz="17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s-ES" sz="1700" u="none" cap="none" strike="noStrike"/>
                        <a:t>8. Ejercicio 2</a:t>
                      </a:r>
                      <a:endParaRPr sz="17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s-ES" sz="1700" u="sng" cap="none" strike="noStrike">
                          <a:solidFill>
                            <a:schemeClr val="hlink"/>
                          </a:solidFill>
                          <a:hlinkClick action="ppaction://hlinksldjump" r:id="rId12"/>
                        </a:rPr>
                        <a:t>28</a:t>
                      </a:r>
                      <a:endParaRPr sz="17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s-ES" sz="1700" u="none" cap="none" strike="noStrike"/>
                        <a:t>9. Combinación de Correspondencia</a:t>
                      </a:r>
                      <a:endParaRPr sz="17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r>
                        <a:rPr lang="es-ES" sz="1700" u="sng" cap="none" strike="noStrike">
                          <a:solidFill>
                            <a:schemeClr val="hlink"/>
                          </a:solidFill>
                          <a:hlinkClick action="ppaction://hlinksldjump" r:id="rId13"/>
                        </a:rPr>
                        <a:t>29</a:t>
                      </a:r>
                      <a:endParaRPr sz="1700" u="none" cap="none" strike="noStrike"/>
                    </a:p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t/>
                      </a:r>
                      <a:endParaRPr sz="17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s-ES" sz="1700" u="none" cap="none" strike="noStrike"/>
                        <a:t>10. Formularios</a:t>
                      </a:r>
                      <a:endParaRPr sz="17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s-ES" sz="1700" u="sng" cap="none" strike="noStrike">
                          <a:solidFill>
                            <a:schemeClr val="hlink"/>
                          </a:solidFill>
                          <a:hlinkClick action="ppaction://hlinksldjump" r:id="rId14"/>
                        </a:rPr>
                        <a:t>35</a:t>
                      </a:r>
                      <a:endParaRPr sz="17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7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s-ES" sz="1700" u="none" cap="none" strike="noStrike"/>
                        <a:t>11. Ejercicio 3</a:t>
                      </a:r>
                      <a:endParaRPr sz="17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t/>
                      </a:r>
                      <a:endParaRPr sz="17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s-ES" sz="1700" u="sng" cap="none" strike="noStrike">
                          <a:solidFill>
                            <a:schemeClr val="hlink"/>
                          </a:solidFill>
                          <a:hlinkClick action="ppaction://hlinksldjump" r:id="rId15"/>
                        </a:rPr>
                        <a:t>43</a:t>
                      </a:r>
                      <a:endParaRPr sz="17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s-ES" sz="1700" u="none" cap="none" strike="noStrike"/>
                        <a:t>12. Ejercicio 4</a:t>
                      </a:r>
                      <a:endParaRPr sz="17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lang="es-ES" sz="1700" u="sng" cap="none" strike="noStrike">
                          <a:solidFill>
                            <a:schemeClr val="hlink"/>
                          </a:solidFill>
                          <a:hlinkClick action="ppaction://hlinksldjump" r:id="rId16"/>
                        </a:rPr>
                        <a:t>44</a:t>
                      </a:r>
                      <a:endParaRPr sz="17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"/>
          <p:cNvSpPr txBox="1"/>
          <p:nvPr>
            <p:ph type="title"/>
          </p:nvPr>
        </p:nvSpPr>
        <p:spPr>
          <a:xfrm>
            <a:off x="2944085" y="0"/>
            <a:ext cx="6303830" cy="925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s-ES" sz="3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1. PROCESADOR DE TEXTOS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8" name="Google Shape;34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1645114">
            <a:off x="7127580" y="1524237"/>
            <a:ext cx="1562753" cy="930211"/>
          </a:xfrm>
          <a:prstGeom prst="rect">
            <a:avLst/>
          </a:prstGeom>
          <a:noFill/>
          <a:ln>
            <a:noFill/>
          </a:ln>
          <a:effectLst>
            <a:outerShdw blurRad="2857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349" name="Google Shape;34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1058387">
            <a:off x="8453766" y="1074431"/>
            <a:ext cx="1626880" cy="1084587"/>
          </a:xfrm>
          <a:prstGeom prst="rect">
            <a:avLst/>
          </a:prstGeom>
          <a:noFill/>
          <a:ln>
            <a:noFill/>
          </a:ln>
          <a:effectLst>
            <a:outerShdw blurRad="357188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350" name="Google Shape;35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97151" y="925497"/>
            <a:ext cx="1815550" cy="1209754"/>
          </a:xfrm>
          <a:prstGeom prst="rect">
            <a:avLst/>
          </a:prstGeom>
          <a:noFill/>
          <a:ln>
            <a:noFill/>
          </a:ln>
          <a:effectLst>
            <a:outerShdw blurRad="22860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351" name="Google Shape;351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-753750">
            <a:off x="6539649" y="2592974"/>
            <a:ext cx="5244276" cy="2951177"/>
          </a:xfrm>
          <a:prstGeom prst="rect">
            <a:avLst/>
          </a:prstGeom>
          <a:noFill/>
          <a:ln>
            <a:noFill/>
          </a:ln>
          <a:effectLst>
            <a:outerShdw blurRad="185738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352" name="Google Shape;352;p5"/>
          <p:cNvSpPr txBox="1"/>
          <p:nvPr/>
        </p:nvSpPr>
        <p:spPr>
          <a:xfrm>
            <a:off x="556266" y="1897030"/>
            <a:ext cx="61731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un software que permite: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crear,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modificar documentos con formatos y objetos,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almacenarlos electrónicamente en la computadora. 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84"/>
          <p:cNvSpPr txBox="1"/>
          <p:nvPr/>
        </p:nvSpPr>
        <p:spPr>
          <a:xfrm>
            <a:off x="3958711" y="0"/>
            <a:ext cx="5664260" cy="5632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s-ES" sz="3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2. PESTAÑAS DE WORD</a:t>
            </a:r>
            <a:endParaRPr b="1" i="0" sz="34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8" name="Google Shape;358;p84"/>
          <p:cNvGrpSpPr/>
          <p:nvPr/>
        </p:nvGrpSpPr>
        <p:grpSpPr>
          <a:xfrm>
            <a:off x="842696" y="924738"/>
            <a:ext cx="2113581" cy="4617884"/>
            <a:chOff x="478930" y="74"/>
            <a:chExt cx="1718498" cy="4157634"/>
          </a:xfrm>
        </p:grpSpPr>
        <p:sp>
          <p:nvSpPr>
            <p:cNvPr id="359" name="Google Shape;359;p84"/>
            <p:cNvSpPr/>
            <p:nvPr/>
          </p:nvSpPr>
          <p:spPr>
            <a:xfrm>
              <a:off x="531942" y="74"/>
              <a:ext cx="1612368" cy="462988"/>
            </a:xfrm>
            <a:prstGeom prst="chevron">
              <a:avLst>
                <a:gd fmla="val 50000" name="adj"/>
              </a:avLst>
            </a:prstGeom>
            <a:gradFill>
              <a:gsLst>
                <a:gs pos="0">
                  <a:schemeClr val="lt1"/>
                </a:gs>
                <a:gs pos="100000">
                  <a:schemeClr val="lt1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84"/>
            <p:cNvSpPr txBox="1"/>
            <p:nvPr/>
          </p:nvSpPr>
          <p:spPr>
            <a:xfrm>
              <a:off x="763428" y="85"/>
              <a:ext cx="1434000" cy="441900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975" lIns="13950" spcFirstLastPara="1" rIns="0" wrap="square" tIns="69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s-E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Archivo</a:t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84"/>
            <p:cNvSpPr/>
            <p:nvPr/>
          </p:nvSpPr>
          <p:spPr>
            <a:xfrm>
              <a:off x="531942" y="527880"/>
              <a:ext cx="1583709" cy="462988"/>
            </a:xfrm>
            <a:prstGeom prst="chevron">
              <a:avLst>
                <a:gd fmla="val 50000" name="adj"/>
              </a:avLst>
            </a:prstGeom>
            <a:gradFill>
              <a:gsLst>
                <a:gs pos="0">
                  <a:schemeClr val="lt1"/>
                </a:gs>
                <a:gs pos="100000">
                  <a:schemeClr val="lt1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84"/>
            <p:cNvSpPr txBox="1"/>
            <p:nvPr/>
          </p:nvSpPr>
          <p:spPr>
            <a:xfrm>
              <a:off x="763428" y="527883"/>
              <a:ext cx="1434000" cy="462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7600" lIns="15225" spcFirstLastPara="1" rIns="0" wrap="square" tIns="76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-E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Inicio</a:t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84"/>
            <p:cNvSpPr/>
            <p:nvPr/>
          </p:nvSpPr>
          <p:spPr>
            <a:xfrm>
              <a:off x="531942" y="1055687"/>
              <a:ext cx="1641050" cy="462988"/>
            </a:xfrm>
            <a:prstGeom prst="chevron">
              <a:avLst>
                <a:gd fmla="val 50000" name="adj"/>
              </a:avLst>
            </a:prstGeom>
            <a:gradFill>
              <a:gsLst>
                <a:gs pos="0">
                  <a:schemeClr val="lt1"/>
                </a:gs>
                <a:gs pos="100000">
                  <a:schemeClr val="lt1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84"/>
            <p:cNvSpPr txBox="1"/>
            <p:nvPr/>
          </p:nvSpPr>
          <p:spPr>
            <a:xfrm>
              <a:off x="763428" y="1055681"/>
              <a:ext cx="1434000" cy="507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7600" lIns="15225" spcFirstLastPara="1" rIns="0" wrap="square" tIns="76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-E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Insertar</a:t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84"/>
            <p:cNvSpPr/>
            <p:nvPr/>
          </p:nvSpPr>
          <p:spPr>
            <a:xfrm>
              <a:off x="531942" y="1583494"/>
              <a:ext cx="1585873" cy="462988"/>
            </a:xfrm>
            <a:prstGeom prst="chevron">
              <a:avLst>
                <a:gd fmla="val 50000" name="adj"/>
              </a:avLst>
            </a:prstGeom>
            <a:gradFill>
              <a:gsLst>
                <a:gs pos="0">
                  <a:schemeClr val="lt1"/>
                </a:gs>
                <a:gs pos="100000">
                  <a:schemeClr val="lt1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84"/>
            <p:cNvSpPr txBox="1"/>
            <p:nvPr/>
          </p:nvSpPr>
          <p:spPr>
            <a:xfrm>
              <a:off x="763428" y="1583501"/>
              <a:ext cx="1434000" cy="462900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</p:spPr>
          <p:txBody>
            <a:bodyPr anchorCtr="0" anchor="ctr" bIns="7600" lIns="15225" spcFirstLastPara="1" rIns="0" wrap="square" tIns="76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-E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Disposición</a:t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84"/>
            <p:cNvSpPr/>
            <p:nvPr/>
          </p:nvSpPr>
          <p:spPr>
            <a:xfrm>
              <a:off x="531942" y="2111300"/>
              <a:ext cx="1585873" cy="462988"/>
            </a:xfrm>
            <a:prstGeom prst="chevron">
              <a:avLst>
                <a:gd fmla="val 50000" name="adj"/>
              </a:avLst>
            </a:prstGeom>
            <a:gradFill>
              <a:gsLst>
                <a:gs pos="0">
                  <a:schemeClr val="lt1"/>
                </a:gs>
                <a:gs pos="100000">
                  <a:schemeClr val="lt1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84"/>
            <p:cNvSpPr txBox="1"/>
            <p:nvPr/>
          </p:nvSpPr>
          <p:spPr>
            <a:xfrm>
              <a:off x="763428" y="2111299"/>
              <a:ext cx="1409700" cy="462900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</p:spPr>
          <p:txBody>
            <a:bodyPr anchorCtr="0" anchor="ctr" bIns="7600" lIns="15225" spcFirstLastPara="1" rIns="0" wrap="square" tIns="76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-E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Referencias</a:t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84"/>
            <p:cNvSpPr/>
            <p:nvPr/>
          </p:nvSpPr>
          <p:spPr>
            <a:xfrm>
              <a:off x="478930" y="2639107"/>
              <a:ext cx="1718392" cy="462988"/>
            </a:xfrm>
            <a:prstGeom prst="chevron">
              <a:avLst>
                <a:gd fmla="val 50000" name="adj"/>
              </a:avLst>
            </a:prstGeom>
            <a:gradFill>
              <a:gsLst>
                <a:gs pos="0">
                  <a:schemeClr val="lt1"/>
                </a:gs>
                <a:gs pos="100000">
                  <a:schemeClr val="lt1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84"/>
            <p:cNvSpPr txBox="1"/>
            <p:nvPr/>
          </p:nvSpPr>
          <p:spPr>
            <a:xfrm>
              <a:off x="763428" y="2660209"/>
              <a:ext cx="1409700" cy="441900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</p:spPr>
          <p:txBody>
            <a:bodyPr anchorCtr="0" anchor="ctr" bIns="7600" lIns="15225" spcFirstLastPara="1" rIns="0" wrap="square" tIns="76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-E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Correspondencia</a:t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84"/>
            <p:cNvSpPr/>
            <p:nvPr/>
          </p:nvSpPr>
          <p:spPr>
            <a:xfrm>
              <a:off x="531942" y="3166913"/>
              <a:ext cx="1641050" cy="462988"/>
            </a:xfrm>
            <a:prstGeom prst="chevron">
              <a:avLst>
                <a:gd fmla="val 50000" name="adj"/>
              </a:avLst>
            </a:prstGeom>
            <a:gradFill>
              <a:gsLst>
                <a:gs pos="0">
                  <a:schemeClr val="lt1"/>
                </a:gs>
                <a:gs pos="100000">
                  <a:schemeClr val="lt1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84"/>
            <p:cNvSpPr txBox="1"/>
            <p:nvPr/>
          </p:nvSpPr>
          <p:spPr>
            <a:xfrm>
              <a:off x="763428" y="3166917"/>
              <a:ext cx="1409700" cy="462900"/>
            </a:xfrm>
            <a:prstGeom prst="rect">
              <a:avLst/>
            </a:prstGeom>
            <a:solidFill>
              <a:srgbClr val="9900FF"/>
            </a:solidFill>
            <a:ln>
              <a:noFill/>
            </a:ln>
          </p:spPr>
          <p:txBody>
            <a:bodyPr anchorCtr="0" anchor="ctr" bIns="7600" lIns="15225" spcFirstLastPara="1" rIns="0" wrap="square" tIns="76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-E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Revisar</a:t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84"/>
            <p:cNvSpPr/>
            <p:nvPr/>
          </p:nvSpPr>
          <p:spPr>
            <a:xfrm>
              <a:off x="531942" y="3694720"/>
              <a:ext cx="1634545" cy="462988"/>
            </a:xfrm>
            <a:prstGeom prst="chevron">
              <a:avLst>
                <a:gd fmla="val 50000" name="adj"/>
              </a:avLst>
            </a:prstGeom>
            <a:gradFill>
              <a:gsLst>
                <a:gs pos="0">
                  <a:schemeClr val="lt1"/>
                </a:gs>
                <a:gs pos="100000">
                  <a:schemeClr val="lt1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84"/>
            <p:cNvSpPr txBox="1"/>
            <p:nvPr/>
          </p:nvSpPr>
          <p:spPr>
            <a:xfrm>
              <a:off x="763428" y="3694715"/>
              <a:ext cx="1409700" cy="441900"/>
            </a:xfrm>
            <a:prstGeom prst="rect">
              <a:avLst/>
            </a:prstGeom>
            <a:solidFill>
              <a:srgbClr val="9900FF"/>
            </a:solidFill>
            <a:ln>
              <a:noFill/>
            </a:ln>
          </p:spPr>
          <p:txBody>
            <a:bodyPr anchorCtr="0" anchor="ctr" bIns="7600" lIns="15225" spcFirstLastPara="1" rIns="0" wrap="square" tIns="76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s-E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Vista</a:t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75" name="Google Shape;375;p84"/>
          <p:cNvPicPr preferRelativeResize="0"/>
          <p:nvPr/>
        </p:nvPicPr>
        <p:blipFill rotWithShape="1">
          <a:blip r:embed="rId3">
            <a:alphaModFix/>
          </a:blip>
          <a:srcRect b="0" l="0" r="0" t="-5263"/>
          <a:stretch/>
        </p:blipFill>
        <p:spPr>
          <a:xfrm>
            <a:off x="3065575" y="322375"/>
            <a:ext cx="8339976" cy="5606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56a831723d_0_0"/>
          <p:cNvSpPr txBox="1"/>
          <p:nvPr>
            <p:ph idx="12" type="sldNum"/>
          </p:nvPr>
        </p:nvSpPr>
        <p:spPr>
          <a:xfrm>
            <a:off x="10416480" y="6658074"/>
            <a:ext cx="1165800" cy="213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r>
              <a:rPr lang="es-ES"/>
              <a:t>VERSIÓN: 1.0</a:t>
            </a:r>
            <a:endParaRPr/>
          </a:p>
        </p:txBody>
      </p:sp>
      <p:sp>
        <p:nvSpPr>
          <p:cNvPr id="382" name="Google Shape;382;g356a831723d_0_0"/>
          <p:cNvSpPr txBox="1"/>
          <p:nvPr/>
        </p:nvSpPr>
        <p:spPr>
          <a:xfrm>
            <a:off x="3263861" y="48175"/>
            <a:ext cx="56643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s-ES" sz="3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2. PESTAÑAS DE WORD</a:t>
            </a:r>
            <a:endParaRPr b="1" i="0" sz="34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g356a831723d_0_0"/>
          <p:cNvSpPr txBox="1"/>
          <p:nvPr/>
        </p:nvSpPr>
        <p:spPr>
          <a:xfrm>
            <a:off x="3263850" y="611575"/>
            <a:ext cx="56643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lang="es-ES" sz="2400">
                <a:solidFill>
                  <a:srgbClr val="00B050"/>
                </a:solidFill>
              </a:rPr>
              <a:t>FICHA CONTEXTUAL Y OPCIONES</a:t>
            </a:r>
            <a:endParaRPr b="1" i="0" sz="24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g356a831723d_0_0"/>
          <p:cNvSpPr txBox="1"/>
          <p:nvPr/>
        </p:nvSpPr>
        <p:spPr>
          <a:xfrm>
            <a:off x="8021475" y="1036375"/>
            <a:ext cx="3560700" cy="48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/>
              <a:t>Una ficha contextual aparece cuando se crean objetos como: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/>
              <a:t>Imágenes,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/>
              <a:t>Tablas,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/>
              <a:t>Formas, 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/>
              <a:t>Gráficos, 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/>
              <a:t>Smart Art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/>
              <a:t>Encabezados y pie de página.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/>
              <a:t>Ecuaciones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000"/>
              <a:t>Videos, entre otros.</a:t>
            </a:r>
            <a:endParaRPr sz="2000"/>
          </a:p>
        </p:txBody>
      </p:sp>
      <p:pic>
        <p:nvPicPr>
          <p:cNvPr id="385" name="Google Shape;385;g356a831723d_0_0"/>
          <p:cNvPicPr preferRelativeResize="0"/>
          <p:nvPr/>
        </p:nvPicPr>
        <p:blipFill rotWithShape="1">
          <a:blip r:embed="rId3">
            <a:alphaModFix/>
          </a:blip>
          <a:srcRect b="0" l="0" r="-2019" t="12319"/>
          <a:stretch/>
        </p:blipFill>
        <p:spPr>
          <a:xfrm>
            <a:off x="0" y="964875"/>
            <a:ext cx="7921224" cy="589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7"/>
          <p:cNvSpPr txBox="1"/>
          <p:nvPr>
            <p:ph idx="10" type="dt"/>
          </p:nvPr>
        </p:nvSpPr>
        <p:spPr>
          <a:xfrm>
            <a:off x="513589" y="6656871"/>
            <a:ext cx="2702091" cy="216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-ES"/>
              <a:t>7/01/20XX</a:t>
            </a:r>
            <a:endParaRPr/>
          </a:p>
        </p:txBody>
      </p:sp>
      <p:sp>
        <p:nvSpPr>
          <p:cNvPr id="392" name="Google Shape;392;p7"/>
          <p:cNvSpPr txBox="1"/>
          <p:nvPr/>
        </p:nvSpPr>
        <p:spPr>
          <a:xfrm>
            <a:off x="1415143" y="90771"/>
            <a:ext cx="10479314" cy="580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400"/>
              <a:buFont typeface="Arial"/>
              <a:buNone/>
            </a:pPr>
            <a:r>
              <a:rPr b="1" i="0" lang="es-ES" sz="3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3. DISEÑO Y CONFIGURACIÓN DE PÁGINAS</a:t>
            </a:r>
            <a:endParaRPr b="1" i="0" sz="34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3" name="Google Shape;393;p7"/>
          <p:cNvPicPr preferRelativeResize="0"/>
          <p:nvPr/>
        </p:nvPicPr>
        <p:blipFill rotWithShape="1">
          <a:blip r:embed="rId3">
            <a:alphaModFix/>
          </a:blip>
          <a:srcRect b="35139" l="0" r="0" t="0"/>
          <a:stretch/>
        </p:blipFill>
        <p:spPr>
          <a:xfrm>
            <a:off x="6995631" y="3831448"/>
            <a:ext cx="3661587" cy="1034188"/>
          </a:xfrm>
          <a:prstGeom prst="rect">
            <a:avLst/>
          </a:prstGeom>
          <a:noFill/>
          <a:ln>
            <a:noFill/>
          </a:ln>
          <a:effectLst>
            <a:outerShdw blurRad="279400" rotWithShape="0" algn="tl" dir="2700000" dist="38100">
              <a:srgbClr val="000000">
                <a:alpha val="40000"/>
              </a:srgbClr>
            </a:outerShdw>
          </a:effectLst>
        </p:spPr>
      </p:pic>
      <p:sp>
        <p:nvSpPr>
          <p:cNvPr id="394" name="Google Shape;394;p7"/>
          <p:cNvSpPr/>
          <p:nvPr/>
        </p:nvSpPr>
        <p:spPr>
          <a:xfrm>
            <a:off x="6970025" y="2850850"/>
            <a:ext cx="3712800" cy="842100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E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Nota : En versiones antiguas de Word, se conocía como Diseño de página o Formato, quedando desactualizadas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5" name="Google Shape;39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95632" y="4865616"/>
            <a:ext cx="3661586" cy="1034188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7"/>
          <p:cNvSpPr/>
          <p:nvPr/>
        </p:nvSpPr>
        <p:spPr>
          <a:xfrm>
            <a:off x="584840" y="2850856"/>
            <a:ext cx="4620000" cy="472800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Nota : Versión actual</a:t>
            </a:r>
            <a:r>
              <a:rPr b="1" lang="es-ES" sz="2000">
                <a:solidFill>
                  <a:schemeClr val="dk1"/>
                </a:solidFill>
              </a:rPr>
              <a:t> es</a:t>
            </a:r>
            <a:r>
              <a:rPr b="1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Disposición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7" name="Google Shape;397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4450" y="1148675"/>
            <a:ext cx="11003099" cy="1375375"/>
          </a:xfrm>
          <a:prstGeom prst="rect">
            <a:avLst/>
          </a:prstGeom>
          <a:noFill/>
          <a:ln>
            <a:noFill/>
          </a:ln>
          <a:effectLst>
            <a:outerShdw blurRad="585788" rotWithShape="0" algn="bl" dir="5400000" dist="95250">
              <a:srgbClr val="000000">
                <a:alpha val="50000"/>
              </a:srgbClr>
            </a:outerShdw>
          </a:effectLst>
        </p:spPr>
      </p:pic>
      <p:sp>
        <p:nvSpPr>
          <p:cNvPr id="398" name="Google Shape;398;p7"/>
          <p:cNvSpPr txBox="1"/>
          <p:nvPr/>
        </p:nvSpPr>
        <p:spPr>
          <a:xfrm>
            <a:off x="657125" y="3415425"/>
            <a:ext cx="58656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s-E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disposición podemos modificar todos los parámetros de configuración de página como: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0" i="0" lang="es-E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Márgenes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0" i="0" lang="es-E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Orientación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0" i="0" lang="es-E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Tamaño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0" i="0" lang="es-E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Columnas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0" i="0" lang="es-E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Saltos de página y saltos de sección.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b="0" i="0" lang="es-E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Números de línea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s-ES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Guiones</a:t>
            </a: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7"/>
          <p:cNvSpPr txBox="1"/>
          <p:nvPr/>
        </p:nvSpPr>
        <p:spPr>
          <a:xfrm>
            <a:off x="2598718" y="641684"/>
            <a:ext cx="7330343" cy="5801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DISPOSICIÓN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8"/>
          <p:cNvSpPr txBox="1"/>
          <p:nvPr>
            <p:ph idx="12" type="sldNum"/>
          </p:nvPr>
        </p:nvSpPr>
        <p:spPr>
          <a:xfrm>
            <a:off x="10416480" y="6658074"/>
            <a:ext cx="1165920" cy="2136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r>
              <a:rPr lang="es-ES"/>
              <a:t>VERSIÓN: 1.0</a:t>
            </a:r>
            <a:endParaRPr/>
          </a:p>
        </p:txBody>
      </p:sp>
      <p:sp>
        <p:nvSpPr>
          <p:cNvPr id="405" name="Google Shape;405;p8"/>
          <p:cNvSpPr txBox="1"/>
          <p:nvPr/>
        </p:nvSpPr>
        <p:spPr>
          <a:xfrm>
            <a:off x="4712118" y="1546935"/>
            <a:ext cx="6096000" cy="1323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cada opción del grupo de Configuración de Página se puede modificar las dimensiones específicas a nivel de márgenes, orientación, tamaño, columnas, números de línea, guiones.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8"/>
          <p:cNvSpPr txBox="1"/>
          <p:nvPr/>
        </p:nvSpPr>
        <p:spPr>
          <a:xfrm>
            <a:off x="1098061" y="61556"/>
            <a:ext cx="9710057" cy="580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400"/>
              <a:buFont typeface="Arial"/>
              <a:buNone/>
            </a:pPr>
            <a:r>
              <a:rPr b="1" i="0" lang="es-ES" sz="3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3. DISEÑO Y CONFIGURACIÓN DE PÁGINAS</a:t>
            </a:r>
            <a:endParaRPr b="1" i="0" sz="34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7" name="Google Shape;40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3807" y="1107334"/>
            <a:ext cx="3266699" cy="4973549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8"/>
          <p:cNvSpPr txBox="1"/>
          <p:nvPr/>
        </p:nvSpPr>
        <p:spPr>
          <a:xfrm>
            <a:off x="2546118" y="641684"/>
            <a:ext cx="7330200" cy="5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MÁRGENES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4" name="Google Shape;41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2212" y="1044880"/>
            <a:ext cx="4136958" cy="4768240"/>
          </a:xfrm>
          <a:prstGeom prst="rect">
            <a:avLst/>
          </a:prstGeom>
          <a:noFill/>
          <a:ln>
            <a:noFill/>
          </a:ln>
          <a:effectLst>
            <a:outerShdw blurRad="428625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415" name="Google Shape;415;p9"/>
          <p:cNvSpPr txBox="1"/>
          <p:nvPr/>
        </p:nvSpPr>
        <p:spPr>
          <a:xfrm>
            <a:off x="5614738" y="1085448"/>
            <a:ext cx="6209193" cy="28622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margen de una página es el espacio en blanco que se deja en los bordes de la página, separando el contenido de los límites de la página.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Word establece automáticamente un margen de página de una pulgada alrededor de cada página.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9"/>
          <p:cNvSpPr txBox="1"/>
          <p:nvPr/>
        </p:nvSpPr>
        <p:spPr>
          <a:xfrm>
            <a:off x="1168399" y="57798"/>
            <a:ext cx="9971315" cy="580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400"/>
              <a:buFont typeface="Arial"/>
              <a:buNone/>
            </a:pPr>
            <a:r>
              <a:rPr b="1" i="0" lang="es-ES" sz="3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3.  DISEÑO Y CONFIGURACIÓN DE PÁGINAS</a:t>
            </a:r>
            <a:endParaRPr b="1" i="0" sz="34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9"/>
          <p:cNvSpPr txBox="1"/>
          <p:nvPr/>
        </p:nvSpPr>
        <p:spPr>
          <a:xfrm>
            <a:off x="2430825" y="641677"/>
            <a:ext cx="73302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MÁRGENES</a:t>
            </a:r>
            <a:endParaRPr b="1" i="0" sz="24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0"/>
          <p:cNvSpPr txBox="1"/>
          <p:nvPr>
            <p:ph idx="12" type="sldNum"/>
          </p:nvPr>
        </p:nvSpPr>
        <p:spPr>
          <a:xfrm>
            <a:off x="10416480" y="6658074"/>
            <a:ext cx="1165920" cy="2136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pic>
        <p:nvPicPr>
          <p:cNvPr id="423" name="Google Shape;42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675" y="1026563"/>
            <a:ext cx="4574369" cy="4781306"/>
          </a:xfrm>
          <a:prstGeom prst="rect">
            <a:avLst/>
          </a:prstGeom>
          <a:noFill/>
          <a:ln>
            <a:noFill/>
          </a:ln>
          <a:effectLst>
            <a:outerShdw blurRad="400050" rotWithShape="0" algn="bl" dir="5400000" dist="76200">
              <a:srgbClr val="000000">
                <a:alpha val="50000"/>
              </a:srgbClr>
            </a:outerShdw>
          </a:effectLst>
        </p:spPr>
      </p:pic>
      <p:sp>
        <p:nvSpPr>
          <p:cNvPr id="424" name="Google Shape;424;p10"/>
          <p:cNvSpPr txBox="1"/>
          <p:nvPr/>
        </p:nvSpPr>
        <p:spPr>
          <a:xfrm>
            <a:off x="5486400" y="1157149"/>
            <a:ext cx="6096000" cy="37856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orientación vertical </a:t>
            </a: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cuando la página se encuentra en posición vertical, con una altura mayor que el ancho.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orientación horizontal </a:t>
            </a: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cuando la página se encuentra en posición horizontal, con un ancho mayor que la altura.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tamaño de papel estándar más comúnmente utilizado es el formato A4, que tiene dimensiones de 210 x 297 mm.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0"/>
          <p:cNvSpPr txBox="1"/>
          <p:nvPr/>
        </p:nvSpPr>
        <p:spPr>
          <a:xfrm>
            <a:off x="1219201" y="9428"/>
            <a:ext cx="10479314" cy="580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400"/>
              <a:buFont typeface="Arial"/>
              <a:buNone/>
            </a:pPr>
            <a:r>
              <a:rPr b="1" i="0" lang="es-ES" sz="3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3. DISEÑO Y CONFIGURACIÓN DE PÁGINAS</a:t>
            </a:r>
            <a:endParaRPr b="1" i="0" sz="34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0"/>
          <p:cNvSpPr txBox="1"/>
          <p:nvPr/>
        </p:nvSpPr>
        <p:spPr>
          <a:xfrm>
            <a:off x="2430827" y="670259"/>
            <a:ext cx="7330343" cy="580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PAPEL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85"/>
          <p:cNvSpPr txBox="1"/>
          <p:nvPr>
            <p:ph idx="12" type="sldNum"/>
          </p:nvPr>
        </p:nvSpPr>
        <p:spPr>
          <a:xfrm>
            <a:off x="10416480" y="6658074"/>
            <a:ext cx="1165920" cy="2136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pic>
        <p:nvPicPr>
          <p:cNvPr id="432" name="Google Shape;432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2388" y="1250387"/>
            <a:ext cx="4284168" cy="4731570"/>
          </a:xfrm>
          <a:prstGeom prst="rect">
            <a:avLst/>
          </a:prstGeom>
          <a:noFill/>
          <a:ln>
            <a:noFill/>
          </a:ln>
          <a:effectLst>
            <a:outerShdw blurRad="1270000" sx="108000" rotWithShape="0" algn="tl" dir="2700000" dist="38100" sy="108000">
              <a:srgbClr val="000000">
                <a:alpha val="40000"/>
              </a:srgbClr>
            </a:outerShdw>
          </a:effectLst>
        </p:spPr>
      </p:pic>
      <p:sp>
        <p:nvSpPr>
          <p:cNvPr id="433" name="Google Shape;433;p85"/>
          <p:cNvSpPr txBox="1"/>
          <p:nvPr/>
        </p:nvSpPr>
        <p:spPr>
          <a:xfrm>
            <a:off x="5595825" y="1377800"/>
            <a:ext cx="5512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tamaño de papel estándar más comúnmente utilizado es el formato A4, que tiene dimensiones de 210 x 297 mm.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85"/>
          <p:cNvSpPr txBox="1"/>
          <p:nvPr/>
        </p:nvSpPr>
        <p:spPr>
          <a:xfrm>
            <a:off x="2086950" y="670259"/>
            <a:ext cx="7330343" cy="580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DISPOSICIÓN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85"/>
          <p:cNvSpPr txBox="1"/>
          <p:nvPr/>
        </p:nvSpPr>
        <p:spPr>
          <a:xfrm>
            <a:off x="1219201" y="9428"/>
            <a:ext cx="10479300" cy="5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400"/>
              <a:buFont typeface="Arial"/>
              <a:buNone/>
            </a:pPr>
            <a:r>
              <a:rPr b="1" i="0" lang="es-ES" sz="3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3. DISEÑO Y CONFIGURACIÓN DE PÁGINAS</a:t>
            </a:r>
            <a:endParaRPr b="1" i="0" sz="34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3400">
        <p14:reveal dir="l"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1"/>
          <p:cNvSpPr txBox="1"/>
          <p:nvPr>
            <p:ph idx="12" type="sldNum"/>
          </p:nvPr>
        </p:nvSpPr>
        <p:spPr>
          <a:xfrm>
            <a:off x="10416480" y="6658074"/>
            <a:ext cx="1165920" cy="2136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r>
              <a:rPr lang="es-ES"/>
              <a:t>VERSIÓN: 1.0</a:t>
            </a:r>
            <a:endParaRPr/>
          </a:p>
        </p:txBody>
      </p:sp>
      <p:sp>
        <p:nvSpPr>
          <p:cNvPr id="441" name="Google Shape;441;p11"/>
          <p:cNvSpPr txBox="1"/>
          <p:nvPr/>
        </p:nvSpPr>
        <p:spPr>
          <a:xfrm>
            <a:off x="2430828" y="657348"/>
            <a:ext cx="7330200" cy="4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600"/>
              <a:buFont typeface="Arial"/>
              <a:buNone/>
            </a:pPr>
            <a:r>
              <a:rPr b="1" i="0" lang="es-ES" sz="2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COLUMNAS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1"/>
          <p:cNvSpPr txBox="1"/>
          <p:nvPr/>
        </p:nvSpPr>
        <p:spPr>
          <a:xfrm>
            <a:off x="539923" y="1118476"/>
            <a:ext cx="10972800" cy="7078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Las columnas son divisiones verticales en una página que permiten organizar el contenido en secciones paralelas, ayudan a mejorar la legibilidad y la organización 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3" name="Google Shape;44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90184" y="2524370"/>
            <a:ext cx="4672278" cy="3604069"/>
          </a:xfrm>
          <a:prstGeom prst="rect">
            <a:avLst/>
          </a:prstGeom>
          <a:noFill/>
          <a:ln>
            <a:noFill/>
          </a:ln>
          <a:effectLst>
            <a:outerShdw blurRad="371475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444" name="Google Shape;444;p11"/>
          <p:cNvSpPr/>
          <p:nvPr/>
        </p:nvSpPr>
        <p:spPr>
          <a:xfrm>
            <a:off x="2503468" y="5535086"/>
            <a:ext cx="943852" cy="6742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88A3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1"/>
          <p:cNvSpPr txBox="1"/>
          <p:nvPr/>
        </p:nvSpPr>
        <p:spPr>
          <a:xfrm>
            <a:off x="8176665" y="2816882"/>
            <a:ext cx="3888375" cy="2554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Columnas equilibradas</a:t>
            </a: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son las columnas que tienen igual ancho.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Columnas desequilibradas </a:t>
            </a: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tienen longitud diferente, pueden ajustarse mejor al contenido.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6" name="Google Shape;446;p11"/>
          <p:cNvPicPr preferRelativeResize="0"/>
          <p:nvPr/>
        </p:nvPicPr>
        <p:blipFill rotWithShape="1">
          <a:blip r:embed="rId4">
            <a:alphaModFix/>
          </a:blip>
          <a:srcRect b="0" l="0" r="36083" t="0"/>
          <a:stretch/>
        </p:blipFill>
        <p:spPr>
          <a:xfrm>
            <a:off x="459245" y="1828423"/>
            <a:ext cx="2162966" cy="4391662"/>
          </a:xfrm>
          <a:prstGeom prst="rect">
            <a:avLst/>
          </a:prstGeom>
          <a:noFill/>
          <a:ln>
            <a:noFill/>
          </a:ln>
          <a:effectLst>
            <a:outerShdw blurRad="500063" rotWithShape="0" algn="bl" dir="7020000" dist="57150">
              <a:srgbClr val="000000">
                <a:alpha val="50000"/>
              </a:srgbClr>
            </a:outerShdw>
          </a:effectLst>
        </p:spPr>
      </p:pic>
      <p:sp>
        <p:nvSpPr>
          <p:cNvPr id="447" name="Google Shape;447;p11"/>
          <p:cNvSpPr txBox="1"/>
          <p:nvPr/>
        </p:nvSpPr>
        <p:spPr>
          <a:xfrm>
            <a:off x="1219201" y="9428"/>
            <a:ext cx="10479314" cy="580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400"/>
              <a:buFont typeface="Arial"/>
              <a:buNone/>
            </a:pPr>
            <a:r>
              <a:rPr b="1" i="0" lang="es-ES" sz="3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3. DISEÑO Y CONFIGURACIÓN DE PÁGINAS</a:t>
            </a:r>
            <a:endParaRPr b="1" i="0" sz="34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2"/>
          <p:cNvSpPr txBox="1"/>
          <p:nvPr>
            <p:ph idx="12" type="sldNum"/>
          </p:nvPr>
        </p:nvSpPr>
        <p:spPr>
          <a:xfrm>
            <a:off x="10416480" y="6658074"/>
            <a:ext cx="1165920" cy="2136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r>
              <a:rPr lang="es-ES"/>
              <a:t>VERSIÓN: 1.0</a:t>
            </a:r>
            <a:endParaRPr/>
          </a:p>
        </p:txBody>
      </p:sp>
      <p:sp>
        <p:nvSpPr>
          <p:cNvPr id="453" name="Google Shape;453;p12"/>
          <p:cNvSpPr txBox="1"/>
          <p:nvPr/>
        </p:nvSpPr>
        <p:spPr>
          <a:xfrm>
            <a:off x="3215680" y="111061"/>
            <a:ext cx="7330343" cy="580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600"/>
              <a:buFont typeface="Arial"/>
              <a:buNone/>
            </a:pPr>
            <a:r>
              <a:rPr b="1" i="0" lang="es-ES" sz="3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4.  APLICACIÓN DE ESTILOS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2"/>
          <p:cNvSpPr txBox="1"/>
          <p:nvPr/>
        </p:nvSpPr>
        <p:spPr>
          <a:xfrm>
            <a:off x="609599" y="648630"/>
            <a:ext cx="10972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Hace referencia a la forma en que se presenta visualmente el contenido de una página, utilizando elementos como colores, fuentes, tamaños, espaciado y otros atributos visuales. Ahorran tiempo y mejoran la presentación con un solo clic.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5" name="Google Shape;45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94652" y="3335215"/>
            <a:ext cx="6271195" cy="251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72" y="1664252"/>
            <a:ext cx="10953727" cy="152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3"/>
          <p:cNvSpPr txBox="1"/>
          <p:nvPr>
            <p:ph idx="12" type="sldNum"/>
          </p:nvPr>
        </p:nvSpPr>
        <p:spPr>
          <a:xfrm>
            <a:off x="10416480" y="6658074"/>
            <a:ext cx="1165920" cy="2136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r>
              <a:rPr lang="es-ES"/>
              <a:t>VERSIÓN: 1.0</a:t>
            </a:r>
            <a:endParaRPr/>
          </a:p>
        </p:txBody>
      </p:sp>
      <p:sp>
        <p:nvSpPr>
          <p:cNvPr id="462" name="Google Shape;462;p13"/>
          <p:cNvSpPr txBox="1"/>
          <p:nvPr/>
        </p:nvSpPr>
        <p:spPr>
          <a:xfrm>
            <a:off x="625225" y="614700"/>
            <a:ext cx="59427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s-ES" sz="2000">
                <a:solidFill>
                  <a:schemeClr val="dk1"/>
                </a:solidFill>
              </a:rPr>
              <a:t>Modificación de estilos de título</a:t>
            </a:r>
            <a:r>
              <a:rPr b="1" i="0" lang="es-ES" sz="2000" u="none" cap="none" strike="noStrike">
                <a:solidFill>
                  <a:schemeClr val="dk1"/>
                </a:solidFill>
              </a:rPr>
              <a:t>:</a:t>
            </a:r>
            <a:endParaRPr b="1" i="0" sz="2000" u="none" cap="none" strike="noStrike">
              <a:solidFill>
                <a:srgbClr val="000000"/>
              </a:solidFill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Seleccionar un estilo.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Clic derecho.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Seleccionar modificar.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3" name="Google Shape;46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42508" y="1304561"/>
            <a:ext cx="5079251" cy="4409462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13"/>
          <p:cNvSpPr/>
          <p:nvPr/>
        </p:nvSpPr>
        <p:spPr>
          <a:xfrm>
            <a:off x="5624074" y="3091858"/>
            <a:ext cx="943852" cy="6742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88A3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13"/>
          <p:cNvSpPr txBox="1"/>
          <p:nvPr/>
        </p:nvSpPr>
        <p:spPr>
          <a:xfrm>
            <a:off x="3215680" y="111061"/>
            <a:ext cx="7330343" cy="580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600"/>
              <a:buFont typeface="Arial"/>
              <a:buNone/>
            </a:pPr>
            <a:r>
              <a:rPr b="1" i="0" lang="es-ES" sz="3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4. APLICACIÓN DE ESTILOS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6" name="Google Shape;466;p13"/>
          <p:cNvPicPr preferRelativeResize="0"/>
          <p:nvPr/>
        </p:nvPicPr>
        <p:blipFill rotWithShape="1">
          <a:blip r:embed="rId4">
            <a:alphaModFix/>
          </a:blip>
          <a:srcRect b="0" l="45433" r="0" t="0"/>
          <a:stretch/>
        </p:blipFill>
        <p:spPr>
          <a:xfrm>
            <a:off x="609605" y="2456090"/>
            <a:ext cx="4768969" cy="35460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4"/>
          <p:cNvSpPr txBox="1"/>
          <p:nvPr>
            <p:ph idx="12" type="sldNum"/>
          </p:nvPr>
        </p:nvSpPr>
        <p:spPr>
          <a:xfrm>
            <a:off x="10416480" y="6658074"/>
            <a:ext cx="1165920" cy="2136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r>
              <a:rPr lang="es-ES"/>
              <a:t>VERSIÓN: 1.0</a:t>
            </a:r>
            <a:endParaRPr/>
          </a:p>
        </p:txBody>
      </p:sp>
      <p:sp>
        <p:nvSpPr>
          <p:cNvPr id="472" name="Google Shape;472;p14"/>
          <p:cNvSpPr txBox="1"/>
          <p:nvPr/>
        </p:nvSpPr>
        <p:spPr>
          <a:xfrm>
            <a:off x="2430828" y="9"/>
            <a:ext cx="7330200" cy="58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600"/>
              <a:buFont typeface="Arial"/>
              <a:buNone/>
            </a:pPr>
            <a:r>
              <a:rPr b="1" i="0" lang="es-ES" sz="3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4. APLICACIÓN DE ESTILOS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3" name="Google Shape;473;p14"/>
          <p:cNvPicPr preferRelativeResize="0"/>
          <p:nvPr/>
        </p:nvPicPr>
        <p:blipFill rotWithShape="1">
          <a:blip r:embed="rId3">
            <a:alphaModFix/>
          </a:blip>
          <a:srcRect b="18994" l="0" r="0" t="0"/>
          <a:stretch/>
        </p:blipFill>
        <p:spPr>
          <a:xfrm>
            <a:off x="3438049" y="753712"/>
            <a:ext cx="5440230" cy="5295396"/>
          </a:xfrm>
          <a:prstGeom prst="rect">
            <a:avLst/>
          </a:prstGeom>
          <a:noFill/>
          <a:ln>
            <a:noFill/>
          </a:ln>
          <a:effectLst>
            <a:outerShdw blurRad="800100" rotWithShape="0" algn="ctr" dir="5400000" dist="520700">
              <a:srgbClr val="000000">
                <a:alpha val="42352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15"/>
          <p:cNvSpPr txBox="1"/>
          <p:nvPr>
            <p:ph idx="12" type="sldNum"/>
          </p:nvPr>
        </p:nvSpPr>
        <p:spPr>
          <a:xfrm>
            <a:off x="10416480" y="6658074"/>
            <a:ext cx="1165920" cy="2136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r>
              <a:rPr lang="es-ES"/>
              <a:t>VERSIÓN: 1.0</a:t>
            </a:r>
            <a:endParaRPr/>
          </a:p>
        </p:txBody>
      </p:sp>
      <p:sp>
        <p:nvSpPr>
          <p:cNvPr id="479" name="Google Shape;479;p15"/>
          <p:cNvSpPr txBox="1"/>
          <p:nvPr/>
        </p:nvSpPr>
        <p:spPr>
          <a:xfrm>
            <a:off x="867507" y="876926"/>
            <a:ext cx="10457100" cy="14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000">
                <a:solidFill>
                  <a:schemeClr val="dk1"/>
                </a:solidFill>
              </a:rPr>
              <a:t>El uso de estilos de </a:t>
            </a:r>
            <a:r>
              <a:rPr b="1" lang="es-ES" sz="2000">
                <a:solidFill>
                  <a:schemeClr val="dk1"/>
                </a:solidFill>
              </a:rPr>
              <a:t>Títulos</a:t>
            </a:r>
            <a:r>
              <a:rPr lang="es-ES" sz="2000">
                <a:solidFill>
                  <a:schemeClr val="dk1"/>
                </a:solidFill>
              </a:rPr>
              <a:t> facilitan la navegabilidad en </a:t>
            </a:r>
            <a:r>
              <a:rPr b="1" lang="es-ES" sz="2000">
                <a:solidFill>
                  <a:schemeClr val="dk1"/>
                </a:solidFill>
              </a:rPr>
              <a:t>Vista &gt; Panel de navegación</a:t>
            </a:r>
            <a:r>
              <a:rPr lang="es-ES" sz="2000">
                <a:solidFill>
                  <a:schemeClr val="dk1"/>
                </a:solidFill>
              </a:rPr>
              <a:t> al </a:t>
            </a:r>
            <a:r>
              <a:rPr lang="es-ES" sz="2000">
                <a:solidFill>
                  <a:schemeClr val="dk1"/>
                </a:solidFill>
              </a:rPr>
              <a:t>desplazarse</a:t>
            </a:r>
            <a:r>
              <a:rPr lang="es-ES" sz="2000">
                <a:solidFill>
                  <a:schemeClr val="dk1"/>
                </a:solidFill>
              </a:rPr>
              <a:t> a lo largo de los títulos. También se puede realizar un proceso similar en una tabla de contenido, vínculos, referencias cruzadas.</a:t>
            </a:r>
            <a:endParaRPr sz="20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480" name="Google Shape;48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111" y="2077255"/>
            <a:ext cx="7285351" cy="4000847"/>
          </a:xfrm>
          <a:prstGeom prst="rect">
            <a:avLst/>
          </a:prstGeom>
          <a:noFill/>
          <a:ln>
            <a:noFill/>
          </a:ln>
          <a:effectLst>
            <a:outerShdw blurRad="714375" rotWithShape="0" algn="bl" dir="5220000" dist="104775">
              <a:srgbClr val="000000">
                <a:alpha val="50000"/>
              </a:srgbClr>
            </a:outerShdw>
          </a:effectLst>
        </p:spPr>
      </p:pic>
      <p:sp>
        <p:nvSpPr>
          <p:cNvPr id="481" name="Google Shape;481;p15"/>
          <p:cNvSpPr txBox="1"/>
          <p:nvPr/>
        </p:nvSpPr>
        <p:spPr>
          <a:xfrm>
            <a:off x="3215680" y="111061"/>
            <a:ext cx="7330343" cy="580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600"/>
              <a:buFont typeface="Arial"/>
              <a:buNone/>
            </a:pPr>
            <a:r>
              <a:rPr b="1" i="0" lang="es-ES" sz="3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4. APLICACIÓN DE ESTILOS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16"/>
          <p:cNvSpPr txBox="1"/>
          <p:nvPr>
            <p:ph idx="12" type="sldNum"/>
          </p:nvPr>
        </p:nvSpPr>
        <p:spPr>
          <a:xfrm>
            <a:off x="10416480" y="6658074"/>
            <a:ext cx="1165920" cy="2136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r>
              <a:rPr lang="es-ES"/>
              <a:t>VERSIÓN: 1.0</a:t>
            </a:r>
            <a:endParaRPr/>
          </a:p>
        </p:txBody>
      </p:sp>
      <p:sp>
        <p:nvSpPr>
          <p:cNvPr id="487" name="Google Shape;487;p16"/>
          <p:cNvSpPr txBox="1"/>
          <p:nvPr/>
        </p:nvSpPr>
        <p:spPr>
          <a:xfrm>
            <a:off x="875322" y="865225"/>
            <a:ext cx="10707000" cy="17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</a:rPr>
              <a:t>Los estilos de la pestaña Diseño, son un conjunto de características predefinidas de formato con un nombre específico con varios estilos predefinidos a elegir, esta misma definición se pudiese adoptar a los estilos de la pestaña Inicio.</a:t>
            </a:r>
            <a:endParaRPr sz="2000">
              <a:solidFill>
                <a:schemeClr val="dk1"/>
              </a:solidFill>
            </a:endParaRPr>
          </a:p>
          <a:p>
            <a:pPr indent="-3175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1905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16"/>
          <p:cNvSpPr txBox="1"/>
          <p:nvPr/>
        </p:nvSpPr>
        <p:spPr>
          <a:xfrm>
            <a:off x="3056254" y="45075"/>
            <a:ext cx="6079500" cy="5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892"/>
              <a:buFont typeface="Arial"/>
              <a:buNone/>
            </a:pPr>
            <a:r>
              <a:rPr b="1" i="0" lang="es-ES" sz="3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5. ESTILOS DE DISEÑO 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9" name="Google Shape;48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4887" y="2026410"/>
            <a:ext cx="10507900" cy="280517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571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7"/>
          <p:cNvSpPr txBox="1"/>
          <p:nvPr/>
        </p:nvSpPr>
        <p:spPr>
          <a:xfrm>
            <a:off x="336884" y="3459144"/>
            <a:ext cx="9851627" cy="12865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76200" lvl="1" marL="685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17"/>
          <p:cNvSpPr txBox="1"/>
          <p:nvPr/>
        </p:nvSpPr>
        <p:spPr>
          <a:xfrm>
            <a:off x="2858168" y="38294"/>
            <a:ext cx="7330343" cy="580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600"/>
              <a:buFont typeface="Arial"/>
              <a:buNone/>
            </a:pPr>
            <a:r>
              <a:rPr b="1" i="0" lang="es-ES" sz="3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6. INSERCIÓN DE OBJETOS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17"/>
          <p:cNvSpPr txBox="1"/>
          <p:nvPr/>
        </p:nvSpPr>
        <p:spPr>
          <a:xfrm>
            <a:off x="501563" y="641951"/>
            <a:ext cx="10606711" cy="7078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pueden insertar elementos gráficos o multimedia que permiten mostrar información variada con diseños agradables a la vista.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17"/>
          <p:cNvSpPr txBox="1"/>
          <p:nvPr/>
        </p:nvSpPr>
        <p:spPr>
          <a:xfrm>
            <a:off x="2579208" y="3168177"/>
            <a:ext cx="3085200" cy="3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1" marL="685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Portada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Página en blanco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Salto de página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Tablas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Imágenes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SmartArt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Gráficos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17"/>
          <p:cNvSpPr txBox="1"/>
          <p:nvPr/>
        </p:nvSpPr>
        <p:spPr>
          <a:xfrm>
            <a:off x="5390422" y="3168174"/>
            <a:ext cx="27432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Videos​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Vínculos​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Comentarios​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Cuadro de texto​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WordArt​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Letra capital​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Fecha y hora​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Objetos​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0" name="Google Shape;50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1563" y="1485467"/>
            <a:ext cx="11095210" cy="1451637"/>
          </a:xfrm>
          <a:prstGeom prst="rect">
            <a:avLst/>
          </a:prstGeom>
          <a:noFill/>
          <a:ln>
            <a:noFill/>
          </a:ln>
          <a:effectLst>
            <a:outerShdw blurRad="514350" rotWithShape="0" algn="bl" dir="5400000" dist="104775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18"/>
          <p:cNvSpPr txBox="1"/>
          <p:nvPr/>
        </p:nvSpPr>
        <p:spPr>
          <a:xfrm>
            <a:off x="788696" y="572599"/>
            <a:ext cx="10959332" cy="7078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Además, en la pestaña Insertar se pueden encontrar opciones útiles como: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7" name="Google Shape;507;p18"/>
          <p:cNvGrpSpPr/>
          <p:nvPr/>
        </p:nvGrpSpPr>
        <p:grpSpPr>
          <a:xfrm>
            <a:off x="224817" y="1320657"/>
            <a:ext cx="11924527" cy="1065136"/>
            <a:chOff x="52" y="581467"/>
            <a:chExt cx="11924527" cy="1065136"/>
          </a:xfrm>
        </p:grpSpPr>
        <p:sp>
          <p:nvSpPr>
            <p:cNvPr id="508" name="Google Shape;508;p18"/>
            <p:cNvSpPr/>
            <p:nvPr/>
          </p:nvSpPr>
          <p:spPr>
            <a:xfrm>
              <a:off x="52" y="581467"/>
              <a:ext cx="2712050" cy="1065136"/>
            </a:xfrm>
            <a:prstGeom prst="chevron">
              <a:avLst>
                <a:gd fmla="val 50000" name="adj"/>
              </a:avLst>
            </a:prstGeom>
            <a:solidFill>
              <a:srgbClr val="303099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18"/>
            <p:cNvSpPr txBox="1"/>
            <p:nvPr/>
          </p:nvSpPr>
          <p:spPr>
            <a:xfrm>
              <a:off x="532620" y="581467"/>
              <a:ext cx="1646914" cy="10651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8000" lIns="84000" spcFirstLastPara="1" rIns="28000" wrap="square" tIns="280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Arial"/>
                <a:buNone/>
              </a:pPr>
              <a:r>
                <a:rPr b="0" i="0" lang="es-ES" sz="2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Formas</a:t>
              </a:r>
              <a:endParaRPr b="0" i="0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18"/>
            <p:cNvSpPr/>
            <p:nvPr/>
          </p:nvSpPr>
          <p:spPr>
            <a:xfrm>
              <a:off x="2456200" y="602231"/>
              <a:ext cx="2559021" cy="1023608"/>
            </a:xfrm>
            <a:prstGeom prst="chevron">
              <a:avLst>
                <a:gd fmla="val 50000" name="adj"/>
              </a:avLst>
            </a:prstGeom>
            <a:solidFill>
              <a:srgbClr val="303099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18"/>
            <p:cNvSpPr txBox="1"/>
            <p:nvPr/>
          </p:nvSpPr>
          <p:spPr>
            <a:xfrm>
              <a:off x="2968004" y="602231"/>
              <a:ext cx="1535413" cy="10236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8000" lIns="84000" spcFirstLastPara="1" rIns="28000" wrap="square" tIns="280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Arial"/>
                <a:buNone/>
              </a:pPr>
              <a:r>
                <a:rPr b="0" i="0" lang="es-ES" sz="2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SmartArt</a:t>
              </a:r>
              <a:endParaRPr b="0" i="0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18"/>
            <p:cNvSpPr/>
            <p:nvPr/>
          </p:nvSpPr>
          <p:spPr>
            <a:xfrm>
              <a:off x="4759320" y="602231"/>
              <a:ext cx="2559021" cy="1023608"/>
            </a:xfrm>
            <a:prstGeom prst="chevron">
              <a:avLst>
                <a:gd fmla="val 50000" name="adj"/>
              </a:avLst>
            </a:prstGeom>
            <a:solidFill>
              <a:srgbClr val="303099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18"/>
            <p:cNvSpPr txBox="1"/>
            <p:nvPr/>
          </p:nvSpPr>
          <p:spPr>
            <a:xfrm>
              <a:off x="5271124" y="602231"/>
              <a:ext cx="1535413" cy="10236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8000" lIns="84000" spcFirstLastPara="1" rIns="28000" wrap="square" tIns="280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Arial"/>
                <a:buNone/>
              </a:pPr>
              <a:r>
                <a:rPr b="0" i="0" lang="es-ES" sz="2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Gráficos</a:t>
              </a:r>
              <a:endParaRPr b="0" i="0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18"/>
            <p:cNvSpPr/>
            <p:nvPr/>
          </p:nvSpPr>
          <p:spPr>
            <a:xfrm>
              <a:off x="7062439" y="602231"/>
              <a:ext cx="2559021" cy="1023608"/>
            </a:xfrm>
            <a:prstGeom prst="chevron">
              <a:avLst>
                <a:gd fmla="val 50000" name="adj"/>
              </a:avLst>
            </a:prstGeom>
            <a:solidFill>
              <a:srgbClr val="303099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18"/>
            <p:cNvSpPr txBox="1"/>
            <p:nvPr/>
          </p:nvSpPr>
          <p:spPr>
            <a:xfrm>
              <a:off x="7574243" y="602231"/>
              <a:ext cx="1535413" cy="10236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8000" lIns="84000" spcFirstLastPara="1" rIns="28000" wrap="square" tIns="280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Arial"/>
                <a:buNone/>
              </a:pPr>
              <a:r>
                <a:rPr b="0" i="0" lang="es-ES" sz="2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Ecuaciones</a:t>
              </a:r>
              <a:endParaRPr b="0" i="0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18"/>
            <p:cNvSpPr/>
            <p:nvPr/>
          </p:nvSpPr>
          <p:spPr>
            <a:xfrm>
              <a:off x="9365558" y="602231"/>
              <a:ext cx="2559021" cy="1023608"/>
            </a:xfrm>
            <a:prstGeom prst="chevron">
              <a:avLst>
                <a:gd fmla="val 50000" name="adj"/>
              </a:avLst>
            </a:prstGeom>
            <a:solidFill>
              <a:srgbClr val="303099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18"/>
            <p:cNvSpPr txBox="1"/>
            <p:nvPr/>
          </p:nvSpPr>
          <p:spPr>
            <a:xfrm>
              <a:off x="9877362" y="602231"/>
              <a:ext cx="1535413" cy="10236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8000" lIns="84000" spcFirstLastPara="1" rIns="28000" wrap="square" tIns="280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Arial"/>
                <a:buNone/>
              </a:pPr>
              <a:r>
                <a:rPr b="0" i="0" lang="es-ES" sz="21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Portada</a:t>
              </a:r>
              <a:endParaRPr b="0" i="0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18" name="Google Shape;51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7426" y="3513221"/>
            <a:ext cx="1862526" cy="818382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18"/>
          <p:cNvSpPr/>
          <p:nvPr/>
        </p:nvSpPr>
        <p:spPr>
          <a:xfrm>
            <a:off x="1323474" y="2538663"/>
            <a:ext cx="577043" cy="75799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18"/>
          <p:cNvSpPr/>
          <p:nvPr/>
        </p:nvSpPr>
        <p:spPr>
          <a:xfrm>
            <a:off x="3521243" y="2546006"/>
            <a:ext cx="577043" cy="75799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18"/>
          <p:cNvSpPr/>
          <p:nvPr/>
        </p:nvSpPr>
        <p:spPr>
          <a:xfrm>
            <a:off x="5719012" y="2507363"/>
            <a:ext cx="577043" cy="75799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18"/>
          <p:cNvSpPr/>
          <p:nvPr/>
        </p:nvSpPr>
        <p:spPr>
          <a:xfrm>
            <a:off x="7916781" y="2507363"/>
            <a:ext cx="577043" cy="75799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18"/>
          <p:cNvSpPr/>
          <p:nvPr/>
        </p:nvSpPr>
        <p:spPr>
          <a:xfrm>
            <a:off x="10411328" y="2546006"/>
            <a:ext cx="577043" cy="75799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4" name="Google Shape;52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14662" y="3431052"/>
            <a:ext cx="2290349" cy="950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5" name="Google Shape;52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85502" y="3428999"/>
            <a:ext cx="1862526" cy="2375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22428" y="3346787"/>
            <a:ext cx="1751460" cy="2091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52212" y="3346787"/>
            <a:ext cx="2848376" cy="1911013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18"/>
          <p:cNvSpPr txBox="1"/>
          <p:nvPr/>
        </p:nvSpPr>
        <p:spPr>
          <a:xfrm>
            <a:off x="3215680" y="111061"/>
            <a:ext cx="7330343" cy="580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600"/>
              <a:buFont typeface="Arial"/>
              <a:buNone/>
            </a:pPr>
            <a:r>
              <a:rPr b="1" i="0" lang="es-ES" sz="3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6. INSERCIÓN DE OBJETOS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20"/>
          <p:cNvSpPr txBox="1"/>
          <p:nvPr/>
        </p:nvSpPr>
        <p:spPr>
          <a:xfrm>
            <a:off x="0" y="691189"/>
            <a:ext cx="11942283" cy="1595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i="1" lang="es-ES" sz="2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Inserción de imágenes: </a:t>
            </a: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Permite insertar imágenes prediseñadas o desde un archivo.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Pestaña Insertar – Sección ilustraciones – Imágenes.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1" marL="6858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5" name="Google Shape;535;p20"/>
          <p:cNvPicPr preferRelativeResize="0"/>
          <p:nvPr/>
        </p:nvPicPr>
        <p:blipFill rotWithShape="1">
          <a:blip r:embed="rId3">
            <a:alphaModFix/>
          </a:blip>
          <a:srcRect b="40752" l="8737" r="9535" t="0"/>
          <a:stretch/>
        </p:blipFill>
        <p:spPr>
          <a:xfrm>
            <a:off x="1926486" y="2020789"/>
            <a:ext cx="7670807" cy="3175117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20"/>
          <p:cNvSpPr txBox="1"/>
          <p:nvPr/>
        </p:nvSpPr>
        <p:spPr>
          <a:xfrm>
            <a:off x="3215680" y="111061"/>
            <a:ext cx="7330343" cy="580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600"/>
              <a:buFont typeface="Arial"/>
              <a:buNone/>
            </a:pPr>
            <a:r>
              <a:rPr b="1" i="0" lang="es-ES" sz="3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6. INSERCIÓN DE OBJETOS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21"/>
          <p:cNvSpPr txBox="1"/>
          <p:nvPr>
            <p:ph idx="12" type="sldNum"/>
          </p:nvPr>
        </p:nvSpPr>
        <p:spPr>
          <a:xfrm>
            <a:off x="10416480" y="6658074"/>
            <a:ext cx="1165920" cy="2136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r>
              <a:rPr lang="es-ES"/>
              <a:t>VERSIÓN: 1.0</a:t>
            </a:r>
            <a:endParaRPr/>
          </a:p>
        </p:txBody>
      </p:sp>
      <p:sp>
        <p:nvSpPr>
          <p:cNvPr id="542" name="Google Shape;542;p21"/>
          <p:cNvSpPr txBox="1"/>
          <p:nvPr/>
        </p:nvSpPr>
        <p:spPr>
          <a:xfrm>
            <a:off x="227325" y="691189"/>
            <a:ext cx="11964675" cy="23387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1" lang="es-ES" sz="2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Inserción videos: </a:t>
            </a: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pueden insertar videos desde en línea o desde un archivo local.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Copiar la URL del video.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</a:t>
            </a:r>
            <a:r>
              <a:rPr b="1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Insertar</a:t>
            </a: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la cinta de opciones, seleccione video </a:t>
            </a:r>
            <a:r>
              <a:rPr b="1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línea</a:t>
            </a: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el cuadro de diálogo peque la dirección URL y seleccione </a:t>
            </a:r>
            <a:r>
              <a:rPr b="1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Insertar</a:t>
            </a: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1" marL="6858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0800" lvl="0" marL="2286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3" name="Google Shape;54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2253" y="2292732"/>
            <a:ext cx="7806024" cy="3576621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21"/>
          <p:cNvSpPr txBox="1"/>
          <p:nvPr/>
        </p:nvSpPr>
        <p:spPr>
          <a:xfrm>
            <a:off x="3215680" y="111061"/>
            <a:ext cx="7330343" cy="580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600"/>
              <a:buFont typeface="Arial"/>
              <a:buNone/>
            </a:pPr>
            <a:r>
              <a:rPr b="1" i="0" lang="es-ES" sz="3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6. INSERCIÓN DE OBJETOS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22"/>
          <p:cNvSpPr txBox="1"/>
          <p:nvPr/>
        </p:nvSpPr>
        <p:spPr>
          <a:xfrm>
            <a:off x="6158523" y="787441"/>
            <a:ext cx="6096000" cy="31786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1" lang="es-ES" sz="2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Inserción de WordArt: </a:t>
            </a: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usa para resaltar el comienzo de un párrafo como en libros, revistas, periódicos, entre otros.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Pestaña Insertar – Sección texto – WordArt.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1" marL="6858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0800" lvl="0" marL="2286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1" name="Google Shape;55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1831" y="787441"/>
            <a:ext cx="5281554" cy="3987759"/>
          </a:xfrm>
          <a:prstGeom prst="rect">
            <a:avLst/>
          </a:prstGeom>
          <a:noFill/>
          <a:ln>
            <a:noFill/>
          </a:ln>
          <a:effectLst>
            <a:outerShdw blurRad="723900" rotWithShape="0" algn="ctr" dir="5400000" dist="622300">
              <a:srgbClr val="000000">
                <a:alpha val="42352"/>
              </a:srgbClr>
            </a:outerShdw>
          </a:effectLst>
        </p:spPr>
      </p:pic>
      <p:sp>
        <p:nvSpPr>
          <p:cNvPr id="552" name="Google Shape;552;p22"/>
          <p:cNvSpPr txBox="1"/>
          <p:nvPr/>
        </p:nvSpPr>
        <p:spPr>
          <a:xfrm>
            <a:off x="3215680" y="111061"/>
            <a:ext cx="7330343" cy="580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600"/>
              <a:buFont typeface="Arial"/>
              <a:buNone/>
            </a:pPr>
            <a:r>
              <a:rPr b="1" i="0" lang="es-ES" sz="3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6. INSERCIÓN DE OBJETOS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23"/>
          <p:cNvSpPr txBox="1"/>
          <p:nvPr/>
        </p:nvSpPr>
        <p:spPr>
          <a:xfrm>
            <a:off x="177975" y="870888"/>
            <a:ext cx="11836050" cy="17542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1" lang="es-ES" sz="2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Inserción de Letra Capital: </a:t>
            </a: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usa para resaltar el comienzo de un párrafo como en libros, revistas, periódicos, entre otros.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Seleccionar o ubicarse en el párrafo.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Pestaña Insertar – Sección texto – Letra Capital.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1" marL="6858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0800" lvl="0" marL="2286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9" name="Google Shape;55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3292" y="3094893"/>
            <a:ext cx="2571261" cy="1390418"/>
          </a:xfrm>
          <a:prstGeom prst="rect">
            <a:avLst/>
          </a:prstGeom>
          <a:solidFill>
            <a:srgbClr val="ECECEC"/>
          </a:solidFill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000" rotWithShape="0" algn="tl" dir="5400000" dist="18000">
              <a:srgbClr val="000000">
                <a:alpha val="40000"/>
              </a:srgbClr>
            </a:outerShdw>
          </a:effectLst>
        </p:spPr>
      </p:pic>
      <p:pic>
        <p:nvPicPr>
          <p:cNvPr id="560" name="Google Shape;56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8976" y="2955012"/>
            <a:ext cx="8465049" cy="2555735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23"/>
          <p:cNvSpPr txBox="1"/>
          <p:nvPr/>
        </p:nvSpPr>
        <p:spPr>
          <a:xfrm>
            <a:off x="3215680" y="111061"/>
            <a:ext cx="7330343" cy="580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600"/>
              <a:buFont typeface="Arial"/>
              <a:buNone/>
            </a:pPr>
            <a:r>
              <a:rPr b="1" i="0" lang="es-ES" sz="3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6. INSERCIÓN DE OBJETOS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24"/>
          <p:cNvSpPr txBox="1"/>
          <p:nvPr/>
        </p:nvSpPr>
        <p:spPr>
          <a:xfrm>
            <a:off x="368969" y="657108"/>
            <a:ext cx="10922611" cy="23387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1" lang="es-ES" sz="2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Inserción de Objeto: </a:t>
            </a: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Inserta un objeto incrustado proveniente de otra aplicación que se incrusta en un documento de Word. Al pulsar dos veces sobre ellos se abre la aplicación original y </a:t>
            </a:r>
            <a:r>
              <a:rPr b="0" i="0" lang="es-ES" sz="20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es posible modificarlos</a:t>
            </a: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5113" lvl="1" marL="2651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Pestaña Insertar – Objeto.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1600" lvl="1" marL="6858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0800" lvl="0" marL="228600" marR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68" name="Google Shape;568;p24"/>
          <p:cNvGraphicFramePr/>
          <p:nvPr/>
        </p:nvGraphicFramePr>
        <p:xfrm>
          <a:off x="9304343" y="2747952"/>
          <a:ext cx="2717225" cy="1885996"/>
        </p:xfrm>
        <a:graphic>
          <a:graphicData uri="http://schemas.openxmlformats.org/drawingml/2006/chart">
            <c:chart r:id="rId3"/>
          </a:graphicData>
        </a:graphic>
      </p:graphicFrame>
      <p:pic>
        <p:nvPicPr>
          <p:cNvPr id="569" name="Google Shape;56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84649" y="2616877"/>
            <a:ext cx="5123429" cy="3061728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p24"/>
          <p:cNvSpPr/>
          <p:nvPr/>
        </p:nvSpPr>
        <p:spPr>
          <a:xfrm rot="1533438">
            <a:off x="2940774" y="3757774"/>
            <a:ext cx="666038" cy="570467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88A3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24"/>
          <p:cNvSpPr/>
          <p:nvPr/>
        </p:nvSpPr>
        <p:spPr>
          <a:xfrm>
            <a:off x="8638305" y="3642014"/>
            <a:ext cx="666038" cy="570467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88A3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24"/>
          <p:cNvSpPr txBox="1"/>
          <p:nvPr/>
        </p:nvSpPr>
        <p:spPr>
          <a:xfrm>
            <a:off x="3215680" y="111061"/>
            <a:ext cx="7330343" cy="580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600"/>
              <a:buFont typeface="Arial"/>
              <a:buNone/>
            </a:pPr>
            <a:r>
              <a:rPr b="1" i="0" lang="es-ES" sz="3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6. INSERCIÓN DE OBJETOS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terfaz de usuario gráfica, Aplicación, Word&#10;&#10;Descripción generada automáticamente" id="573" name="Google Shape;573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1567" y="2616877"/>
            <a:ext cx="3215680" cy="11198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25"/>
          <p:cNvSpPr txBox="1"/>
          <p:nvPr/>
        </p:nvSpPr>
        <p:spPr>
          <a:xfrm>
            <a:off x="5767471" y="588855"/>
            <a:ext cx="2025900" cy="5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s-ES" sz="2400" u="none" cap="none" strike="noStrike">
                <a:solidFill>
                  <a:srgbClr val="6AA84F"/>
                </a:solidFill>
                <a:latin typeface="Arial"/>
                <a:ea typeface="Arial"/>
                <a:cs typeface="Arial"/>
                <a:sym typeface="Arial"/>
              </a:rPr>
              <a:t>SÍMBOLOS</a:t>
            </a:r>
            <a:endParaRPr b="1" i="0" sz="2400" u="none" cap="none" strike="noStrike">
              <a:solidFill>
                <a:srgbClr val="6AA8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25"/>
          <p:cNvSpPr txBox="1"/>
          <p:nvPr/>
        </p:nvSpPr>
        <p:spPr>
          <a:xfrm>
            <a:off x="7943162" y="1271317"/>
            <a:ext cx="3921900" cy="44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teclado no contiene todos los caracteres que tal vez se desee incluir en los documentos.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Word permite insertar estos símbolos y caracteres especiales, e incluso ecuaciones, separadamente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25"/>
          <p:cNvSpPr txBox="1"/>
          <p:nvPr/>
        </p:nvSpPr>
        <p:spPr>
          <a:xfrm>
            <a:off x="-3966075" y="1"/>
            <a:ext cx="2974500" cy="4616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25"/>
          <p:cNvSpPr txBox="1"/>
          <p:nvPr/>
        </p:nvSpPr>
        <p:spPr>
          <a:xfrm>
            <a:off x="3242185" y="99198"/>
            <a:ext cx="7330200" cy="5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600"/>
              <a:buFont typeface="Arial"/>
              <a:buNone/>
            </a:pPr>
            <a:r>
              <a:rPr b="1" i="0" lang="es-ES" sz="3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6. INSERCIÓN DE OBJETOS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2" name="Google Shape;58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176" y="1102975"/>
            <a:ext cx="6479000" cy="4796850"/>
          </a:xfrm>
          <a:prstGeom prst="rect">
            <a:avLst/>
          </a:prstGeom>
          <a:noFill/>
          <a:ln>
            <a:noFill/>
          </a:ln>
          <a:effectLst>
            <a:outerShdw blurRad="328613" rotWithShape="0" algn="bl" dir="5400000" dist="19050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26"/>
          <p:cNvSpPr txBox="1"/>
          <p:nvPr>
            <p:ph idx="10" type="dt"/>
          </p:nvPr>
        </p:nvSpPr>
        <p:spPr>
          <a:xfrm>
            <a:off x="513589" y="6656871"/>
            <a:ext cx="2702091" cy="216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88" name="Google Shape;588;p26"/>
          <p:cNvSpPr txBox="1"/>
          <p:nvPr>
            <p:ph idx="12" type="sldNum"/>
          </p:nvPr>
        </p:nvSpPr>
        <p:spPr>
          <a:xfrm>
            <a:off x="10416480" y="6658074"/>
            <a:ext cx="1165920" cy="2136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589" name="Google Shape;589;p26"/>
          <p:cNvSpPr txBox="1"/>
          <p:nvPr>
            <p:ph type="title"/>
          </p:nvPr>
        </p:nvSpPr>
        <p:spPr>
          <a:xfrm>
            <a:off x="3883980" y="598209"/>
            <a:ext cx="4203700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rgbClr val="5EAD5B"/>
                </a:solidFill>
                <a:latin typeface="Arial"/>
                <a:ea typeface="Arial"/>
                <a:cs typeface="Arial"/>
                <a:sym typeface="Arial"/>
              </a:rPr>
              <a:t>COMENTARIOS</a:t>
            </a:r>
            <a:endParaRPr b="1" i="0" sz="2400" u="none" cap="none" strike="noStrike">
              <a:solidFill>
                <a:srgbClr val="5EAD5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26"/>
          <p:cNvSpPr txBox="1"/>
          <p:nvPr>
            <p:ph idx="1" type="body"/>
          </p:nvPr>
        </p:nvSpPr>
        <p:spPr>
          <a:xfrm>
            <a:off x="867325" y="3764225"/>
            <a:ext cx="10229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Usado para realizar acotaciones, aclaraciones o comentarios a partes específicas de un documento de manera que se facilite la comprensión del mismo.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1" name="Google Shape;59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7331" y="1539344"/>
            <a:ext cx="10277408" cy="1571836"/>
          </a:xfrm>
          <a:prstGeom prst="rect">
            <a:avLst/>
          </a:prstGeom>
          <a:noFill/>
          <a:ln>
            <a:noFill/>
          </a:ln>
          <a:effectLst>
            <a:outerShdw blurRad="642938" rotWithShape="0" algn="bl" dir="6300000" dist="85725">
              <a:srgbClr val="000000">
                <a:alpha val="50000"/>
              </a:srgbClr>
            </a:outerShdw>
          </a:effectLst>
        </p:spPr>
      </p:pic>
      <p:sp>
        <p:nvSpPr>
          <p:cNvPr id="592" name="Google Shape;592;p26"/>
          <p:cNvSpPr txBox="1"/>
          <p:nvPr/>
        </p:nvSpPr>
        <p:spPr>
          <a:xfrm>
            <a:off x="3215680" y="111061"/>
            <a:ext cx="7330343" cy="580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600"/>
              <a:buFont typeface="Arial"/>
              <a:buNone/>
            </a:pPr>
            <a:r>
              <a:rPr b="1" i="0" lang="es-ES" sz="3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6. INSERCIÓN DE OBJETOS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29"/>
          <p:cNvSpPr txBox="1"/>
          <p:nvPr>
            <p:ph idx="10" type="dt"/>
          </p:nvPr>
        </p:nvSpPr>
        <p:spPr>
          <a:xfrm>
            <a:off x="513589" y="6656871"/>
            <a:ext cx="2702091" cy="216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98" name="Google Shape;598;p29"/>
          <p:cNvSpPr txBox="1"/>
          <p:nvPr>
            <p:ph idx="12" type="sldNum"/>
          </p:nvPr>
        </p:nvSpPr>
        <p:spPr>
          <a:xfrm>
            <a:off x="10416480" y="6658074"/>
            <a:ext cx="1165920" cy="2136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599" name="Google Shape;599;p29"/>
          <p:cNvSpPr txBox="1"/>
          <p:nvPr/>
        </p:nvSpPr>
        <p:spPr>
          <a:xfrm>
            <a:off x="4230000" y="60450"/>
            <a:ext cx="3732000" cy="5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600"/>
              <a:buFont typeface="Arial"/>
              <a:buNone/>
            </a:pPr>
            <a:r>
              <a:rPr b="1" i="0" lang="es-ES" sz="3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7. EJERCICIO 1</a:t>
            </a:r>
            <a:endParaRPr b="1" i="0" sz="34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29"/>
          <p:cNvSpPr txBox="1"/>
          <p:nvPr/>
        </p:nvSpPr>
        <p:spPr>
          <a:xfrm>
            <a:off x="977746" y="1106905"/>
            <a:ext cx="86178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s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Genere un texto Randomico de 10 párrafos, utilizando la fórmula =rand(10).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s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Aplique la configuración de página que se adjunta en la diapositiva siguiente.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s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 4 primero párrafos establecer como columna Izquierda de 2 columnas.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s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Escriba un título para el párrafo 5, y utilice el Estilo “TítuloPersonal” y modifique este estilo con fuente </a:t>
            </a:r>
            <a:r>
              <a:rPr b="1" i="0" lang="es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TIMES NEW ROMAN, </a:t>
            </a:r>
            <a:r>
              <a:rPr b="0" i="0" lang="es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tamaño 20 ptos. con negrita y cursiva, alineado al centro.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s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Inserte al final del texto un gráfico SmartArt de Jerarquía.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s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Inserte una ecuación que contenga el símbolo Alpha “ɑ”.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30"/>
          <p:cNvSpPr txBox="1"/>
          <p:nvPr>
            <p:ph idx="10" type="dt"/>
          </p:nvPr>
        </p:nvSpPr>
        <p:spPr>
          <a:xfrm>
            <a:off x="513589" y="6656871"/>
            <a:ext cx="2702091" cy="216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s-ES"/>
              <a:t>7/01/20XX</a:t>
            </a:r>
            <a:endParaRPr/>
          </a:p>
        </p:txBody>
      </p:sp>
      <p:sp>
        <p:nvSpPr>
          <p:cNvPr id="607" name="Google Shape;607;p30"/>
          <p:cNvSpPr txBox="1"/>
          <p:nvPr/>
        </p:nvSpPr>
        <p:spPr>
          <a:xfrm>
            <a:off x="1718388" y="80125"/>
            <a:ext cx="8566871" cy="5634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400"/>
              <a:buFont typeface="Arial"/>
              <a:buNone/>
            </a:pPr>
            <a:r>
              <a:rPr b="1" i="0" lang="es-ES" sz="3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8. EJERCICIO 2</a:t>
            </a:r>
            <a:endParaRPr b="1" i="0" sz="34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8" name="Google Shape;60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2859" y="1012455"/>
            <a:ext cx="10661563" cy="4511630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30"/>
          <p:cNvSpPr txBox="1"/>
          <p:nvPr/>
        </p:nvSpPr>
        <p:spPr>
          <a:xfrm>
            <a:off x="701940" y="659250"/>
            <a:ext cx="10473212" cy="40006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Configure un formato de las Normas APA en su séptima edición: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30"/>
          <p:cNvSpPr txBox="1"/>
          <p:nvPr/>
        </p:nvSpPr>
        <p:spPr>
          <a:xfrm>
            <a:off x="779443" y="5918703"/>
            <a:ext cx="60978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Guía APA aquí: https://normasapa.in/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31"/>
          <p:cNvSpPr txBox="1"/>
          <p:nvPr/>
        </p:nvSpPr>
        <p:spPr>
          <a:xfrm>
            <a:off x="1320800" y="132630"/>
            <a:ext cx="9724571" cy="565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400"/>
              <a:buFont typeface="Arial"/>
              <a:buNone/>
            </a:pPr>
            <a:r>
              <a:rPr b="1" i="0" lang="es-ES" sz="3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9. COMBINACIÓN DE CORRESPONDENCIA</a:t>
            </a:r>
            <a:endParaRPr b="1" i="0" sz="34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31"/>
          <p:cNvSpPr txBox="1"/>
          <p:nvPr/>
        </p:nvSpPr>
        <p:spPr>
          <a:xfrm>
            <a:off x="5426802" y="956499"/>
            <a:ext cx="6491660" cy="163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7188" lvl="0" marL="893763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combinación de correspondencia se usa para crear varios documentos a la vez con diseño, formato, texto y gráficos idénticos.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7188" lvl="0" marL="893763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Solo varían secciones específicas del documento, que se personalizan.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31"/>
          <p:cNvSpPr txBox="1"/>
          <p:nvPr/>
        </p:nvSpPr>
        <p:spPr>
          <a:xfrm>
            <a:off x="-3966075" y="1"/>
            <a:ext cx="2974500" cy="4616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8" name="Google Shape;618;p31"/>
          <p:cNvPicPr preferRelativeResize="0"/>
          <p:nvPr/>
        </p:nvPicPr>
        <p:blipFill rotWithShape="1">
          <a:blip r:embed="rId3">
            <a:alphaModFix/>
          </a:blip>
          <a:srcRect b="59118" l="0" r="58494" t="0"/>
          <a:stretch/>
        </p:blipFill>
        <p:spPr>
          <a:xfrm>
            <a:off x="775135" y="3429000"/>
            <a:ext cx="4765972" cy="2544691"/>
          </a:xfrm>
          <a:prstGeom prst="rect">
            <a:avLst/>
          </a:prstGeom>
          <a:noFill/>
          <a:ln>
            <a:noFill/>
          </a:ln>
          <a:effectLst>
            <a:outerShdw blurRad="314325" rotWithShape="0" algn="bl" dir="5400000" dist="133350">
              <a:srgbClr val="000000">
                <a:alpha val="50000"/>
              </a:srgbClr>
            </a:outerShdw>
          </a:effectLst>
        </p:spPr>
      </p:pic>
      <p:pic>
        <p:nvPicPr>
          <p:cNvPr id="619" name="Google Shape;619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5134" y="775054"/>
            <a:ext cx="4651667" cy="2418720"/>
          </a:xfrm>
          <a:prstGeom prst="rect">
            <a:avLst/>
          </a:prstGeom>
          <a:noFill/>
          <a:ln>
            <a:noFill/>
          </a:ln>
          <a:effectLst>
            <a:outerShdw blurRad="285750" rotWithShape="0" algn="bl" dir="5400000" dist="123825">
              <a:srgbClr val="000000">
                <a:alpha val="50000"/>
              </a:srgbClr>
            </a:outerShdw>
          </a:effectLst>
        </p:spPr>
      </p:pic>
      <p:sp>
        <p:nvSpPr>
          <p:cNvPr id="620" name="Google Shape;620;p31"/>
          <p:cNvSpPr txBox="1"/>
          <p:nvPr/>
        </p:nvSpPr>
        <p:spPr>
          <a:xfrm>
            <a:off x="6002215" y="2947354"/>
            <a:ext cx="5822462" cy="25545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puede crear: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ES" sz="2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etiquetas</a:t>
            </a: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ES" sz="2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cartas</a:t>
            </a: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s-ES" sz="2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sobres</a:t>
            </a: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oficios, directorios,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invitaciones y </a:t>
            </a:r>
            <a:r>
              <a:rPr b="0" i="0" lang="es-ES" sz="2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mensajes de correo</a:t>
            </a: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b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32"/>
          <p:cNvSpPr txBox="1"/>
          <p:nvPr/>
        </p:nvSpPr>
        <p:spPr>
          <a:xfrm>
            <a:off x="2066189" y="59622"/>
            <a:ext cx="9436698" cy="565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400"/>
              <a:buFont typeface="Arial"/>
              <a:buNone/>
            </a:pPr>
            <a:r>
              <a:rPr b="1" i="0" lang="es-ES" sz="3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9. COMBINACIÓN DE CORRESPONDENCIA</a:t>
            </a:r>
            <a:endParaRPr b="1" i="0" sz="34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32"/>
          <p:cNvSpPr txBox="1"/>
          <p:nvPr/>
        </p:nvSpPr>
        <p:spPr>
          <a:xfrm>
            <a:off x="-3966075" y="1"/>
            <a:ext cx="2974500" cy="4616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32"/>
          <p:cNvSpPr txBox="1"/>
          <p:nvPr/>
        </p:nvSpPr>
        <p:spPr>
          <a:xfrm>
            <a:off x="2540438" y="945300"/>
            <a:ext cx="8488200" cy="49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</a:rPr>
              <a:t>Para comenzar el proceso de combinar correo, primero es necesario elegir qué tipo de documento se desea crear: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</a:rPr>
              <a:t> 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s-ES" sz="2000">
                <a:solidFill>
                  <a:schemeClr val="dk1"/>
                </a:solidFill>
              </a:rPr>
              <a:t>Hacer clic en la </a:t>
            </a:r>
            <a:r>
              <a:rPr b="1" lang="es-ES" sz="2000">
                <a:solidFill>
                  <a:schemeClr val="dk1"/>
                </a:solidFill>
              </a:rPr>
              <a:t>pestaña Correspondencia</a:t>
            </a:r>
            <a:r>
              <a:rPr lang="es-ES" sz="2000">
                <a:solidFill>
                  <a:schemeClr val="dk1"/>
                </a:solidFill>
              </a:rPr>
              <a:t>. 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s-ES" sz="2000">
                <a:solidFill>
                  <a:schemeClr val="dk1"/>
                </a:solidFill>
              </a:rPr>
              <a:t>Hacer clic en el botón </a:t>
            </a:r>
            <a:r>
              <a:rPr b="1" lang="es-ES" sz="2000">
                <a:solidFill>
                  <a:schemeClr val="dk1"/>
                </a:solidFill>
              </a:rPr>
              <a:t>Iniciar combinación de correspondencia</a:t>
            </a:r>
            <a:r>
              <a:rPr lang="es-ES" sz="2000">
                <a:solidFill>
                  <a:schemeClr val="dk1"/>
                </a:solidFill>
              </a:rPr>
              <a:t>. 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s-ES" sz="2000">
                <a:solidFill>
                  <a:schemeClr val="dk1"/>
                </a:solidFill>
              </a:rPr>
              <a:t>Seleccionar Paso a paso por el asistente para combinar correspondencia. 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</a:rPr>
              <a:t>3.1. Nota: El panel Combinar correspondencia aparece a la derecha, listo para guiarnos por la combinación de correspondencia. 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s-ES" sz="2000">
                <a:solidFill>
                  <a:schemeClr val="dk1"/>
                </a:solidFill>
              </a:rPr>
              <a:t>Seleccionar un tipo de documento a crear. 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s-ES" sz="2000">
                <a:solidFill>
                  <a:schemeClr val="dk1"/>
                </a:solidFill>
              </a:rPr>
              <a:t>Hacer clic en Siguiente: Inicie el documento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33"/>
          <p:cNvSpPr txBox="1"/>
          <p:nvPr/>
        </p:nvSpPr>
        <p:spPr>
          <a:xfrm>
            <a:off x="1453851" y="0"/>
            <a:ext cx="9284298" cy="565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400"/>
              <a:buFont typeface="Arial"/>
              <a:buNone/>
            </a:pPr>
            <a:r>
              <a:rPr b="1" i="0" lang="es-ES" sz="3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9. COMBINACIÓN DE CORRESPONDENCIA</a:t>
            </a:r>
            <a:endParaRPr b="1" i="0" sz="34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33"/>
          <p:cNvSpPr txBox="1"/>
          <p:nvPr/>
        </p:nvSpPr>
        <p:spPr>
          <a:xfrm>
            <a:off x="-3966075" y="1"/>
            <a:ext cx="2974500" cy="4616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4" name="Google Shape;63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94455" y="664866"/>
            <a:ext cx="6808903" cy="5252830"/>
          </a:xfrm>
          <a:prstGeom prst="rect">
            <a:avLst/>
          </a:prstGeom>
          <a:noFill/>
          <a:ln>
            <a:noFill/>
          </a:ln>
          <a:effectLst>
            <a:outerShdw blurRad="342900" rotWithShape="0" algn="bl" dir="5400000" dist="161925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34"/>
          <p:cNvSpPr txBox="1"/>
          <p:nvPr/>
        </p:nvSpPr>
        <p:spPr>
          <a:xfrm>
            <a:off x="1504122" y="99379"/>
            <a:ext cx="9594573" cy="565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400"/>
              <a:buFont typeface="Arial"/>
              <a:buNone/>
            </a:pPr>
            <a:r>
              <a:rPr b="1" i="0" lang="es-ES" sz="3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9. COMBINACIÓN DE CORRESPONDENCIA</a:t>
            </a:r>
            <a:endParaRPr b="1" i="0" sz="34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34"/>
          <p:cNvSpPr txBox="1"/>
          <p:nvPr/>
        </p:nvSpPr>
        <p:spPr>
          <a:xfrm>
            <a:off x="-3966075" y="1"/>
            <a:ext cx="2974500" cy="4616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1" name="Google Shape;64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0452" y="1390325"/>
            <a:ext cx="6317672" cy="4482326"/>
          </a:xfrm>
          <a:prstGeom prst="rect">
            <a:avLst/>
          </a:prstGeom>
          <a:noFill/>
          <a:ln>
            <a:noFill/>
          </a:ln>
        </p:spPr>
      </p:pic>
      <p:sp>
        <p:nvSpPr>
          <p:cNvPr id="642" name="Google Shape;642;p34"/>
          <p:cNvSpPr txBox="1"/>
          <p:nvPr/>
        </p:nvSpPr>
        <p:spPr>
          <a:xfrm>
            <a:off x="8192532" y="1317699"/>
            <a:ext cx="35682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</a:t>
            </a:r>
            <a:r>
              <a:rPr b="1" i="0" lang="es-ES" sz="2000" u="none" cap="none" strike="noStrike">
                <a:solidFill>
                  <a:schemeClr val="dk1"/>
                </a:solidFill>
              </a:rPr>
              <a:t>base de datos</a:t>
            </a: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puede ser una tabla en un archivo en Word o Excel u otra base de datos, cuyas cabeceras de columna se relacionen con los campos calculados junto a datos con un orden establecido.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3" name="Google Shape;643;p34"/>
          <p:cNvPicPr preferRelativeResize="0"/>
          <p:nvPr/>
        </p:nvPicPr>
        <p:blipFill rotWithShape="1">
          <a:blip r:embed="rId4">
            <a:alphaModFix/>
          </a:blip>
          <a:srcRect b="9360" l="0" r="0" t="-9360"/>
          <a:stretch/>
        </p:blipFill>
        <p:spPr>
          <a:xfrm>
            <a:off x="8141345" y="3872796"/>
            <a:ext cx="3670566" cy="1753295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34"/>
          <p:cNvSpPr txBox="1"/>
          <p:nvPr/>
        </p:nvSpPr>
        <p:spPr>
          <a:xfrm>
            <a:off x="2086950" y="737509"/>
            <a:ext cx="7330200" cy="5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BASES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35"/>
          <p:cNvSpPr txBox="1"/>
          <p:nvPr/>
        </p:nvSpPr>
        <p:spPr>
          <a:xfrm>
            <a:off x="1244554" y="124139"/>
            <a:ext cx="10755290" cy="565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400"/>
              <a:buFont typeface="Arial"/>
              <a:buNone/>
            </a:pPr>
            <a:r>
              <a:rPr b="1" i="0" lang="es-ES" sz="3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9. COMBINACIÓN DE CORRESPONDENCIA</a:t>
            </a:r>
            <a:endParaRPr b="1" i="0" sz="34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35"/>
          <p:cNvSpPr txBox="1"/>
          <p:nvPr/>
        </p:nvSpPr>
        <p:spPr>
          <a:xfrm>
            <a:off x="-3966075" y="1"/>
            <a:ext cx="2974500" cy="4616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35"/>
          <p:cNvSpPr txBox="1"/>
          <p:nvPr/>
        </p:nvSpPr>
        <p:spPr>
          <a:xfrm>
            <a:off x="1730488" y="689625"/>
            <a:ext cx="9564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ES" sz="2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VISTA PREVIA DE LA CORRESPONDENCIA COMBINADA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2" name="Google Shape;65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41193" y="1151320"/>
            <a:ext cx="6309630" cy="47094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36"/>
          <p:cNvSpPr txBox="1"/>
          <p:nvPr/>
        </p:nvSpPr>
        <p:spPr>
          <a:xfrm>
            <a:off x="1854153" y="86127"/>
            <a:ext cx="9615603" cy="565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400"/>
              <a:buFont typeface="Arial"/>
              <a:buNone/>
            </a:pPr>
            <a:r>
              <a:rPr b="1" i="0" lang="es-ES" sz="3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9. COMBINACIÓN DE CORRESPONDENCIA</a:t>
            </a:r>
            <a:endParaRPr b="1" i="0" sz="34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36"/>
          <p:cNvSpPr txBox="1"/>
          <p:nvPr/>
        </p:nvSpPr>
        <p:spPr>
          <a:xfrm>
            <a:off x="-3966075" y="1"/>
            <a:ext cx="2974500" cy="4616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9" name="Google Shape;65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4050" y="1119450"/>
            <a:ext cx="6463674" cy="4808276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p36"/>
          <p:cNvSpPr txBox="1"/>
          <p:nvPr/>
        </p:nvSpPr>
        <p:spPr>
          <a:xfrm>
            <a:off x="4078960" y="559485"/>
            <a:ext cx="403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rgbClr val="5EAD5B"/>
                </a:solidFill>
                <a:latin typeface="Arial"/>
                <a:ea typeface="Arial"/>
                <a:cs typeface="Arial"/>
                <a:sym typeface="Arial"/>
              </a:rPr>
              <a:t>IMPRIMIR</a:t>
            </a:r>
            <a:endParaRPr b="0" i="0" sz="1400" u="none" cap="none" strike="noStrike">
              <a:solidFill>
                <a:srgbClr val="5EAD5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37"/>
          <p:cNvSpPr txBox="1"/>
          <p:nvPr/>
        </p:nvSpPr>
        <p:spPr>
          <a:xfrm>
            <a:off x="3959658" y="122617"/>
            <a:ext cx="7920880" cy="565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600"/>
              <a:buFont typeface="Arial"/>
              <a:buNone/>
            </a:pPr>
            <a:r>
              <a:rPr b="1" i="0" lang="es-ES" sz="3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10. FORMULARIOS</a:t>
            </a:r>
            <a:endParaRPr b="1" i="0" sz="34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37"/>
          <p:cNvSpPr txBox="1"/>
          <p:nvPr/>
        </p:nvSpPr>
        <p:spPr>
          <a:xfrm>
            <a:off x="1210625" y="864375"/>
            <a:ext cx="10522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crear un formulario, puede empezar con una plantilla y agregar controles de contenido, como casillas, cuadros de texto, selectores de fecha y listas desplegables.</a:t>
            </a:r>
            <a:b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37"/>
          <p:cNvSpPr txBox="1"/>
          <p:nvPr/>
        </p:nvSpPr>
        <p:spPr>
          <a:xfrm>
            <a:off x="-3966075" y="1"/>
            <a:ext cx="2974500" cy="4616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terfaz de usuario gráfica, Aplicación, Word&#10;&#10;Descripción generada automáticamente" id="668" name="Google Shape;668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79788" y="1610788"/>
            <a:ext cx="6983625" cy="37753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39"/>
          <p:cNvSpPr txBox="1"/>
          <p:nvPr/>
        </p:nvSpPr>
        <p:spPr>
          <a:xfrm>
            <a:off x="4211955" y="99379"/>
            <a:ext cx="7920880" cy="565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600"/>
              <a:buFont typeface="Arial"/>
              <a:buNone/>
            </a:pPr>
            <a:r>
              <a:rPr b="1" i="0" lang="es-ES" sz="3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10. FORMULARIOS</a:t>
            </a:r>
            <a:endParaRPr b="1" i="0" sz="34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39"/>
          <p:cNvSpPr txBox="1"/>
          <p:nvPr/>
        </p:nvSpPr>
        <p:spPr>
          <a:xfrm>
            <a:off x="-3966075" y="1"/>
            <a:ext cx="2974500" cy="4616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39"/>
          <p:cNvSpPr txBox="1"/>
          <p:nvPr/>
        </p:nvSpPr>
        <p:spPr>
          <a:xfrm>
            <a:off x="2614800" y="664875"/>
            <a:ext cx="696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rgbClr val="5EAD5B"/>
                </a:solidFill>
                <a:latin typeface="Arial"/>
                <a:ea typeface="Arial"/>
                <a:cs typeface="Arial"/>
                <a:sym typeface="Arial"/>
              </a:rPr>
              <a:t>ACTIVAR PESTAÑA DE PROGRAMADOR</a:t>
            </a:r>
            <a:endParaRPr b="0" i="0" sz="2400" u="none" cap="none" strike="noStrike">
              <a:solidFill>
                <a:srgbClr val="5EAD5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6" name="Google Shape;67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33760" y="1126566"/>
            <a:ext cx="5924502" cy="4346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40"/>
          <p:cNvSpPr txBox="1"/>
          <p:nvPr/>
        </p:nvSpPr>
        <p:spPr>
          <a:xfrm>
            <a:off x="3584698" y="0"/>
            <a:ext cx="5022600" cy="5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600"/>
              <a:buFont typeface="Arial"/>
              <a:buNone/>
            </a:pPr>
            <a:r>
              <a:rPr b="1" i="0" lang="es-ES" sz="3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10. FORMULARIOS</a:t>
            </a:r>
            <a:endParaRPr b="1" i="0" sz="34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40"/>
          <p:cNvSpPr txBox="1"/>
          <p:nvPr/>
        </p:nvSpPr>
        <p:spPr>
          <a:xfrm>
            <a:off x="-3966075" y="1"/>
            <a:ext cx="2974500" cy="4616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3" name="Google Shape;68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8451" y="1248656"/>
            <a:ext cx="6618902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4" name="Google Shape;684;p40"/>
          <p:cNvSpPr txBox="1"/>
          <p:nvPr/>
        </p:nvSpPr>
        <p:spPr>
          <a:xfrm>
            <a:off x="7971600" y="1622610"/>
            <a:ext cx="38016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Una vez creado el diseño y estructura del formulario, es posible comenzar a agregar campos de formularios al documento con Control de contenidos.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40"/>
          <p:cNvSpPr txBox="1"/>
          <p:nvPr/>
        </p:nvSpPr>
        <p:spPr>
          <a:xfrm>
            <a:off x="4078960" y="559485"/>
            <a:ext cx="403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rgbClr val="5EAD5B"/>
                </a:solidFill>
                <a:latin typeface="Arial"/>
                <a:ea typeface="Arial"/>
                <a:cs typeface="Arial"/>
                <a:sym typeface="Arial"/>
              </a:rPr>
              <a:t>CREAR FORMULARIOS</a:t>
            </a:r>
            <a:endParaRPr b="0" i="0" sz="1400" u="none" cap="none" strike="noStrike">
              <a:solidFill>
                <a:srgbClr val="5EAD5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41"/>
          <p:cNvSpPr txBox="1"/>
          <p:nvPr/>
        </p:nvSpPr>
        <p:spPr>
          <a:xfrm>
            <a:off x="3874902" y="105629"/>
            <a:ext cx="444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892"/>
              <a:buFont typeface="Arial"/>
              <a:buNone/>
            </a:pPr>
            <a:r>
              <a:rPr b="1" i="0" lang="es-ES" sz="3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10. FORMULARIOS</a:t>
            </a:r>
            <a:endParaRPr b="1" i="0" sz="34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41"/>
          <p:cNvSpPr txBox="1"/>
          <p:nvPr/>
        </p:nvSpPr>
        <p:spPr>
          <a:xfrm>
            <a:off x="-3966075" y="1"/>
            <a:ext cx="2974500" cy="4616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2" name="Google Shape;692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0418" y="1085850"/>
            <a:ext cx="8772525" cy="4686300"/>
          </a:xfrm>
          <a:prstGeom prst="rect">
            <a:avLst/>
          </a:prstGeom>
          <a:noFill/>
          <a:ln>
            <a:noFill/>
          </a:ln>
        </p:spPr>
      </p:pic>
      <p:sp>
        <p:nvSpPr>
          <p:cNvPr id="693" name="Google Shape;693;p41"/>
          <p:cNvSpPr txBox="1"/>
          <p:nvPr/>
        </p:nvSpPr>
        <p:spPr>
          <a:xfrm>
            <a:off x="4078960" y="559485"/>
            <a:ext cx="403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rgbClr val="5EAD5B"/>
                </a:solidFill>
                <a:latin typeface="Arial"/>
                <a:ea typeface="Arial"/>
                <a:cs typeface="Arial"/>
                <a:sym typeface="Arial"/>
              </a:rPr>
              <a:t>TIPOS DE CONTROLES</a:t>
            </a:r>
            <a:endParaRPr b="0" i="0" sz="1400" u="none" cap="none" strike="noStrike">
              <a:solidFill>
                <a:srgbClr val="5EAD5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42"/>
          <p:cNvSpPr txBox="1"/>
          <p:nvPr/>
        </p:nvSpPr>
        <p:spPr>
          <a:xfrm>
            <a:off x="4375761" y="56411"/>
            <a:ext cx="7920880" cy="565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600"/>
              <a:buFont typeface="Arial"/>
              <a:buNone/>
            </a:pPr>
            <a:r>
              <a:rPr b="1" i="0" lang="es-ES" sz="3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10. FORMULARIOS</a:t>
            </a:r>
            <a:endParaRPr b="1" i="0" sz="34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42"/>
          <p:cNvSpPr txBox="1"/>
          <p:nvPr/>
        </p:nvSpPr>
        <p:spPr>
          <a:xfrm>
            <a:off x="-3966075" y="1"/>
            <a:ext cx="2974500" cy="4616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42"/>
          <p:cNvSpPr txBox="1"/>
          <p:nvPr/>
        </p:nvSpPr>
        <p:spPr>
          <a:xfrm>
            <a:off x="4078960" y="559485"/>
            <a:ext cx="403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rgbClr val="5EAD5B"/>
                </a:solidFill>
                <a:latin typeface="Arial"/>
                <a:ea typeface="Arial"/>
                <a:cs typeface="Arial"/>
                <a:sym typeface="Arial"/>
              </a:rPr>
              <a:t>TIPOS DE CONTROLES</a:t>
            </a:r>
            <a:endParaRPr b="0" i="0" sz="1400" u="none" cap="none" strike="noStrike">
              <a:solidFill>
                <a:srgbClr val="5EAD5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1" name="Google Shape;701;p42"/>
          <p:cNvPicPr preferRelativeResize="0"/>
          <p:nvPr/>
        </p:nvPicPr>
        <p:blipFill rotWithShape="1">
          <a:blip r:embed="rId3">
            <a:alphaModFix/>
          </a:blip>
          <a:srcRect b="2099" l="0" r="0" t="0"/>
          <a:stretch/>
        </p:blipFill>
        <p:spPr>
          <a:xfrm>
            <a:off x="401853" y="937772"/>
            <a:ext cx="3973908" cy="3724858"/>
          </a:xfrm>
          <a:prstGeom prst="rect">
            <a:avLst/>
          </a:prstGeom>
          <a:noFill/>
          <a:ln>
            <a:noFill/>
          </a:ln>
        </p:spPr>
      </p:pic>
      <p:pic>
        <p:nvPicPr>
          <p:cNvPr id="702" name="Google Shape;702;p42"/>
          <p:cNvPicPr preferRelativeResize="0"/>
          <p:nvPr/>
        </p:nvPicPr>
        <p:blipFill rotWithShape="1">
          <a:blip r:embed="rId4">
            <a:alphaModFix/>
          </a:blip>
          <a:srcRect b="0" l="0" r="43774" t="0"/>
          <a:stretch/>
        </p:blipFill>
        <p:spPr>
          <a:xfrm>
            <a:off x="719905" y="4662630"/>
            <a:ext cx="3572055" cy="1234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3" name="Google Shape;703;p42"/>
          <p:cNvPicPr preferRelativeResize="0"/>
          <p:nvPr/>
        </p:nvPicPr>
        <p:blipFill rotWithShape="1">
          <a:blip r:embed="rId5">
            <a:alphaModFix/>
          </a:blip>
          <a:srcRect b="29238" l="30306" r="28124" t="0"/>
          <a:stretch/>
        </p:blipFill>
        <p:spPr>
          <a:xfrm>
            <a:off x="6994809" y="1021175"/>
            <a:ext cx="3176234" cy="3262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704" name="Google Shape;704;p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26695" y="4349774"/>
            <a:ext cx="3889030" cy="14207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43"/>
          <p:cNvSpPr txBox="1"/>
          <p:nvPr/>
        </p:nvSpPr>
        <p:spPr>
          <a:xfrm>
            <a:off x="2135563" y="-1"/>
            <a:ext cx="7920900" cy="5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600"/>
              <a:buFont typeface="Arial"/>
              <a:buNone/>
            </a:pPr>
            <a:r>
              <a:rPr b="1" i="0" lang="es-ES" sz="3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lang="es-ES" sz="3400">
                <a:solidFill>
                  <a:srgbClr val="00B050"/>
                </a:solidFill>
              </a:rPr>
              <a:t>0.</a:t>
            </a:r>
            <a:r>
              <a:rPr b="1" i="0" lang="es-ES" sz="3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 FORMULARIOS</a:t>
            </a:r>
            <a:endParaRPr b="1" i="0" sz="34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43"/>
          <p:cNvSpPr txBox="1"/>
          <p:nvPr/>
        </p:nvSpPr>
        <p:spPr>
          <a:xfrm>
            <a:off x="6213365" y="2849569"/>
            <a:ext cx="5861269" cy="19389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Terminar el Formulario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s-E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Cuando un formulario esté listo para ser distribuido y ser llenado por otros, es posible restringirlo para que los controles de contenido no sean eliminados o cambiados por quienes lo llenen.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43"/>
          <p:cNvSpPr txBox="1"/>
          <p:nvPr/>
        </p:nvSpPr>
        <p:spPr>
          <a:xfrm>
            <a:off x="-3966075" y="1"/>
            <a:ext cx="2974500" cy="4616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2" name="Google Shape;712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0243" y="2227626"/>
            <a:ext cx="4506219" cy="382148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13" name="Google Shape;713;p43"/>
          <p:cNvGrpSpPr/>
          <p:nvPr/>
        </p:nvGrpSpPr>
        <p:grpSpPr>
          <a:xfrm>
            <a:off x="344324" y="744317"/>
            <a:ext cx="8924241" cy="1267989"/>
            <a:chOff x="690240" y="2680256"/>
            <a:chExt cx="6890774" cy="861347"/>
          </a:xfrm>
        </p:grpSpPr>
        <p:pic>
          <p:nvPicPr>
            <p:cNvPr id="714" name="Google Shape;714;p4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90240" y="2680256"/>
              <a:ext cx="6890774" cy="86134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5" name="Google Shape;715;p43"/>
            <p:cNvSpPr/>
            <p:nvPr/>
          </p:nvSpPr>
          <p:spPr>
            <a:xfrm>
              <a:off x="6522720" y="2844800"/>
              <a:ext cx="416560" cy="563880"/>
            </a:xfrm>
            <a:prstGeom prst="rect">
              <a:avLst/>
            </a:prstGeom>
            <a:noFill/>
            <a:ln cap="flat" cmpd="sng" w="254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6" name="Google Shape;716;p43"/>
          <p:cNvSpPr/>
          <p:nvPr/>
        </p:nvSpPr>
        <p:spPr>
          <a:xfrm rot="8942759">
            <a:off x="5104846" y="2205098"/>
            <a:ext cx="1514126" cy="570467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88A3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44"/>
          <p:cNvSpPr txBox="1"/>
          <p:nvPr/>
        </p:nvSpPr>
        <p:spPr>
          <a:xfrm>
            <a:off x="2135557" y="0"/>
            <a:ext cx="7920900" cy="5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600"/>
              <a:buFont typeface="Arial"/>
              <a:buNone/>
            </a:pPr>
            <a:r>
              <a:rPr b="1" i="0" lang="es-ES" sz="3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10. FORMULARIOS</a:t>
            </a:r>
            <a:endParaRPr b="1" i="0" sz="34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44"/>
          <p:cNvSpPr txBox="1"/>
          <p:nvPr/>
        </p:nvSpPr>
        <p:spPr>
          <a:xfrm>
            <a:off x="3451952" y="658712"/>
            <a:ext cx="528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rgbClr val="5EAD5B"/>
                </a:solidFill>
                <a:latin typeface="Arial"/>
                <a:ea typeface="Arial"/>
                <a:cs typeface="Arial"/>
                <a:sym typeface="Arial"/>
              </a:rPr>
              <a:t>RESTRICCIONES DE EDICIÓN</a:t>
            </a:r>
            <a:endParaRPr b="0" i="0" sz="2400" u="none" cap="none" strike="noStrike">
              <a:solidFill>
                <a:srgbClr val="5EAD5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44"/>
          <p:cNvSpPr txBox="1"/>
          <p:nvPr/>
        </p:nvSpPr>
        <p:spPr>
          <a:xfrm>
            <a:off x="-3966075" y="1"/>
            <a:ext cx="2974500" cy="4616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4" name="Google Shape;72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0668" y="1301040"/>
            <a:ext cx="7284040" cy="4490166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44"/>
          <p:cNvSpPr txBox="1"/>
          <p:nvPr/>
        </p:nvSpPr>
        <p:spPr>
          <a:xfrm>
            <a:off x="8584274" y="1301052"/>
            <a:ext cx="23493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rgbClr val="2E2E2E"/>
                </a:solidFill>
                <a:latin typeface="Arial"/>
                <a:ea typeface="Arial"/>
                <a:cs typeface="Arial"/>
                <a:sym typeface="Arial"/>
              </a:rPr>
              <a:t>Para proteger un formulario, agrupe todo el contenido del formulario.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45"/>
          <p:cNvSpPr txBox="1"/>
          <p:nvPr/>
        </p:nvSpPr>
        <p:spPr>
          <a:xfrm>
            <a:off x="3934359" y="130783"/>
            <a:ext cx="4323280" cy="565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600"/>
              <a:buFont typeface="Arial"/>
              <a:buNone/>
            </a:pPr>
            <a:r>
              <a:rPr b="1" i="0" lang="es-ES" sz="3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10. FORMULARIOS</a:t>
            </a:r>
            <a:endParaRPr b="1" i="0" sz="34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45"/>
          <p:cNvSpPr txBox="1"/>
          <p:nvPr/>
        </p:nvSpPr>
        <p:spPr>
          <a:xfrm>
            <a:off x="3751384" y="696270"/>
            <a:ext cx="4689231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rgbClr val="5EAD5B"/>
                </a:solidFill>
                <a:latin typeface="Arial"/>
                <a:ea typeface="Arial"/>
                <a:cs typeface="Arial"/>
                <a:sym typeface="Arial"/>
              </a:rPr>
              <a:t>DEFINIR CONTRASEÑA</a:t>
            </a:r>
            <a:endParaRPr b="0" i="0" sz="2400" u="none" cap="none" strike="noStrike">
              <a:solidFill>
                <a:srgbClr val="5EAD5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45"/>
          <p:cNvSpPr txBox="1"/>
          <p:nvPr/>
        </p:nvSpPr>
        <p:spPr>
          <a:xfrm>
            <a:off x="-3966075" y="1"/>
            <a:ext cx="2974500" cy="4616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3" name="Google Shape;733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0010" y="1157894"/>
            <a:ext cx="6451978" cy="46420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46"/>
          <p:cNvSpPr txBox="1"/>
          <p:nvPr/>
        </p:nvSpPr>
        <p:spPr>
          <a:xfrm>
            <a:off x="3948036" y="-8"/>
            <a:ext cx="4296000" cy="5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 lnSpcReduction="1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600"/>
              <a:buFont typeface="Arial"/>
              <a:buNone/>
            </a:pPr>
            <a:r>
              <a:rPr b="1" i="0" lang="es-ES" sz="36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11. EJERCICIO 3</a:t>
            </a:r>
            <a:endParaRPr b="1" i="0" sz="36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46"/>
          <p:cNvSpPr txBox="1"/>
          <p:nvPr/>
        </p:nvSpPr>
        <p:spPr>
          <a:xfrm>
            <a:off x="-3966075" y="1"/>
            <a:ext cx="2974500" cy="4616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46"/>
          <p:cNvSpPr txBox="1"/>
          <p:nvPr/>
        </p:nvSpPr>
        <p:spPr>
          <a:xfrm>
            <a:off x="756355" y="1041136"/>
            <a:ext cx="102201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s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Genere una lista con 3 destinatarios que debe contener Tratamiento, Nombre, Apellido, Dirección. (debe usar su información personal y de dos familiares)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s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Guarde el archivo de destinatarios con el nombre Ejercicio3.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s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Cree una invitación de cumpleaños para los 3 destinatarios. Utilizando estos campos y que estén resaltados.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s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Genere sobres utilizando la Dirección de la ESPE y el nombre del docente como Remitente.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s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Combine las Invitaciones con la opción editar documentos individuales.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47"/>
          <p:cNvSpPr txBox="1"/>
          <p:nvPr/>
        </p:nvSpPr>
        <p:spPr>
          <a:xfrm>
            <a:off x="3723226" y="79750"/>
            <a:ext cx="4089300" cy="5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600"/>
              <a:buFont typeface="Arial"/>
              <a:buNone/>
            </a:pPr>
            <a:r>
              <a:rPr b="1" i="0" lang="es-ES" sz="3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12. EJERCICIO 4</a:t>
            </a:r>
            <a:endParaRPr b="1" i="0" sz="34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47"/>
          <p:cNvSpPr txBox="1"/>
          <p:nvPr/>
        </p:nvSpPr>
        <p:spPr>
          <a:xfrm>
            <a:off x="-3966075" y="1"/>
            <a:ext cx="2974500" cy="4616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7" name="Google Shape;747;p47"/>
          <p:cNvPicPr preferRelativeResize="0"/>
          <p:nvPr/>
        </p:nvPicPr>
        <p:blipFill rotWithShape="1">
          <a:blip r:embed="rId3">
            <a:alphaModFix/>
          </a:blip>
          <a:srcRect b="7861" l="0" r="11381" t="10314"/>
          <a:stretch/>
        </p:blipFill>
        <p:spPr>
          <a:xfrm>
            <a:off x="2408826" y="2726827"/>
            <a:ext cx="7504575" cy="3105326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47"/>
          <p:cNvSpPr txBox="1"/>
          <p:nvPr/>
        </p:nvSpPr>
        <p:spPr>
          <a:xfrm>
            <a:off x="1749778" y="645227"/>
            <a:ext cx="101742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Cree un formulario de Información Personal.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el texto Utilice Cuadros de Texto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La ciudad utilice Lista desplegable con 3 opciones de ciudad.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Fecha de nacimiento Utilice el selector de fecha.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el Estado Civil utilice el Botón de Opción.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b="0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Finalmente utilice Casillas para las Materias.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imer plano de una placa de circuito" id="754" name="Google Shape;754;p4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26578" y="0"/>
            <a:ext cx="5765422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ersona joven escribiendo en pizarra" id="755" name="Google Shape;755;p48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1657" y="-16298"/>
            <a:ext cx="5555640" cy="6874299"/>
          </a:xfrm>
          <a:prstGeom prst="rect">
            <a:avLst/>
          </a:prstGeom>
          <a:noFill/>
          <a:ln>
            <a:noFill/>
          </a:ln>
        </p:spPr>
      </p:pic>
      <p:sp>
        <p:nvSpPr>
          <p:cNvPr id="756" name="Google Shape;756;p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757" name="Google Shape;757;p48"/>
          <p:cNvSpPr txBox="1"/>
          <p:nvPr>
            <p:ph type="title"/>
          </p:nvPr>
        </p:nvSpPr>
        <p:spPr>
          <a:xfrm>
            <a:off x="5031605" y="2373365"/>
            <a:ext cx="3907972" cy="5551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Arial"/>
              <a:buNone/>
            </a:pPr>
            <a:r>
              <a:rPr lang="es-ES" sz="4000"/>
              <a:t>GRACIAS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Custom 174">
      <a:dk1>
        <a:srgbClr val="1E1E1E"/>
      </a:dk1>
      <a:lt1>
        <a:srgbClr val="FFFFFF"/>
      </a:lt1>
      <a:dk2>
        <a:srgbClr val="44546A"/>
      </a:dk2>
      <a:lt2>
        <a:srgbClr val="E7E6E6"/>
      </a:lt2>
      <a:accent1>
        <a:srgbClr val="81CC48"/>
      </a:accent1>
      <a:accent2>
        <a:srgbClr val="45BEAD"/>
      </a:accent2>
      <a:accent3>
        <a:srgbClr val="BFFF4B"/>
      </a:accent3>
      <a:accent4>
        <a:srgbClr val="B001FF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Diseño predeterminado">
  <a:themeElements>
    <a:clrScheme name="Personaliz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0000"/>
      </a:hlink>
      <a:folHlink>
        <a:srgbClr val="33339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2022-11-23T18:28:43Z</dcterms:created>
  <dc:creator>RQUISPE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