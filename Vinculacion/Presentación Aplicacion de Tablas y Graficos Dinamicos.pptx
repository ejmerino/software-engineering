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70" r:id="rId2"/>
  </p:sldMasterIdLst>
  <p:notesMasterIdLst>
    <p:notesMasterId r:id="rId21"/>
  </p:notesMasterIdLst>
  <p:sldIdLst>
    <p:sldId id="256" r:id="rId3"/>
    <p:sldId id="257" r:id="rId4"/>
    <p:sldId id="258" r:id="rId5"/>
    <p:sldId id="259" r:id="rId6"/>
    <p:sldId id="260" r:id="rId7"/>
    <p:sldId id="301" r:id="rId8"/>
    <p:sldId id="302" r:id="rId9"/>
    <p:sldId id="261" r:id="rId10"/>
    <p:sldId id="262" r:id="rId11"/>
    <p:sldId id="263" r:id="rId12"/>
    <p:sldId id="264" r:id="rId13"/>
    <p:sldId id="265" r:id="rId14"/>
    <p:sldId id="266" r:id="rId15"/>
    <p:sldId id="282" r:id="rId16"/>
    <p:sldId id="283" r:id="rId17"/>
    <p:sldId id="303" r:id="rId18"/>
    <p:sldId id="299" r:id="rId19"/>
    <p:sldId id="300" r:id="rId2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648">
          <p15:clr>
            <a:srgbClr val="A4A3A4"/>
          </p15:clr>
        </p15:guide>
        <p15:guide id="2" pos="2664">
          <p15:clr>
            <a:srgbClr val="A4A3A4"/>
          </p15:clr>
        </p15:guide>
        <p15:guide id="3" orient="horz" pos="2664">
          <p15:clr>
            <a:srgbClr val="A4A3A4"/>
          </p15:clr>
        </p15:guide>
        <p15:guide id="4" orient="horz" pos="3264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53" roundtripDataSignature="AMtx7mg0mDknXuQku1YX01Gk+HaC3oWoP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E668A3A-43F3-486C-AC8A-883A90ED3EB0}">
  <a:tblStyle styleId="{4E668A3A-43F3-486C-AC8A-883A90ED3EB0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3F9FA"/>
          </a:solidFill>
        </a:fill>
      </a:tcStyle>
    </a:wholeTbl>
    <a:band1H>
      <a:tcTxStyle b="off" i="off"/>
      <a:tcStyle>
        <a:tcBdr/>
        <a:fill>
          <a:solidFill>
            <a:srgbClr val="E7F3F4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E7F3F4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7" d="100"/>
          <a:sy n="77" d="100"/>
        </p:scale>
        <p:origin x="806" y="120"/>
      </p:cViewPr>
      <p:guideLst>
        <p:guide orient="horz" pos="3648"/>
        <p:guide pos="2664"/>
        <p:guide orient="horz" pos="2664"/>
        <p:guide orient="horz" pos="326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55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3" Type="http://customschemas.google.com/relationships/presentationmetadata" Target="meta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57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56" Type="http://schemas.openxmlformats.org/officeDocument/2006/relationships/theme" Target="theme/theme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png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97070446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7" name="Google Shape;31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18" name="Google Shape;318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s-ES"/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794447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8" name="Google Shape;328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ES"/>
              <a:t>Configuraciones iniciales del documento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s-ES"/>
              <a:t>Insertar, borrar, copiar y pegar texto</a:t>
            </a:r>
            <a:endParaRPr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s-ES"/>
              <a:t>Configurar páginas y márgenes -&gt; para acomodar texto automáticamente</a:t>
            </a:r>
            <a:endParaRPr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s-ES"/>
              <a:t>Buscar y reemplazar palabras o frases</a:t>
            </a:r>
            <a:endParaRPr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s-ES"/>
              <a:t>Píe de página y encabezados</a:t>
            </a:r>
            <a:endParaRPr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s-ES"/>
              <a:t>Macros</a:t>
            </a:r>
            <a:endParaRPr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s-ES"/>
              <a:t>Verificar ortografía</a:t>
            </a:r>
            <a:endParaRPr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s-ES"/>
              <a:t>Tablas de contenido e índices</a:t>
            </a:r>
            <a:endParaRPr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s-ES"/>
              <a:t>Ventanas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29" name="Google Shape;329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s-ES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760281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5" name="Google Shape;335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145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</p:txBody>
      </p:sp>
      <p:sp>
        <p:nvSpPr>
          <p:cNvPr id="336" name="Google Shape;336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s-ES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912998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4" name="Google Shape;34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45" name="Google Shape;345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s-ES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80028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8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55" name="Google Shape;355;p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093029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8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55" name="Google Shape;355;p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9268500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8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55" name="Google Shape;355;p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271536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g356a831723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8" name="Google Shape;378;g356a831723d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9" name="Google Shape;379;g356a831723d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s-ES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771156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8" name="Google Shape;388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ES"/>
              <a:t>Se refiere a los parámetros involucrados con la impresión de un documento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ES"/>
              <a:t>Pueden modificarse por el usuario según el tipo de documento y las necesidades del usuario</a:t>
            </a:r>
            <a:endParaRPr/>
          </a:p>
        </p:txBody>
      </p:sp>
      <p:sp>
        <p:nvSpPr>
          <p:cNvPr id="389" name="Google Shape;389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s-ES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29089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02" name="Google Shape;40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469306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1" name="Google Shape;411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ES"/>
              <a:t>Se refiere a los parámetros involucrados con la impresión de un documento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ES"/>
              <a:t>Pueden modificarse por el usuario según el tipo de documento y las necesidades del usuario</a:t>
            </a:r>
            <a:endParaRPr/>
          </a:p>
        </p:txBody>
      </p:sp>
      <p:sp>
        <p:nvSpPr>
          <p:cNvPr id="412" name="Google Shape;412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s-ES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402773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20" name="Google Shape;42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649273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8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29" name="Google Shape;429;p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374817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95" name="Google Shape;595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979595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3" name="Google Shape;60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ES"/>
              <a:t>Se refiere a los parámetros involucrados con la impresión de un documento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ES"/>
              <a:t>Pueden modificarse por el usuario según el tipo de documento y las necesidades del usuario</a:t>
            </a:r>
            <a:endParaRPr/>
          </a:p>
        </p:txBody>
      </p:sp>
      <p:sp>
        <p:nvSpPr>
          <p:cNvPr id="604" name="Google Shape;604;p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s-ES"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334248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3" name="Google Shape;60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ES"/>
              <a:t>Se refiere a los parámetros involucrados con la impresión de un documento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ES"/>
              <a:t>Pueden modificarse por el usuario según el tipo de documento y las necesidades del usuario</a:t>
            </a:r>
            <a:endParaRPr/>
          </a:p>
        </p:txBody>
      </p:sp>
      <p:sp>
        <p:nvSpPr>
          <p:cNvPr id="604" name="Google Shape;604;p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s-ES"/>
              <a:t>16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6753462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p47:notes"/>
          <p:cNvSpPr txBox="1">
            <a:spLocks noGrp="1"/>
          </p:cNvSpPr>
          <p:nvPr>
            <p:ph type="body" idx="1"/>
          </p:nvPr>
        </p:nvSpPr>
        <p:spPr>
          <a:xfrm>
            <a:off x="709930" y="4861443"/>
            <a:ext cx="567944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875" tIns="49925" rIns="99875" bIns="499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743" name="Google Shape;743;p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8113" y="768350"/>
            <a:ext cx="6823075" cy="383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5123791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Google Shape;750;p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51" name="Google Shape;751;p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52" name="Google Shape;752;p4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s-ES"/>
              <a:t>18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018155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2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1.png"/><Relationship Id="rId5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>
  <p:cSld name="Diapositiva de título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0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17" name="Google Shape;17;p50"/>
          <p:cNvSpPr txBox="1">
            <a:spLocks noGrp="1"/>
          </p:cNvSpPr>
          <p:nvPr>
            <p:ph type="body" idx="1"/>
          </p:nvPr>
        </p:nvSpPr>
        <p:spPr>
          <a:xfrm>
            <a:off x="2284355" y="4687178"/>
            <a:ext cx="1598515" cy="1681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5500"/>
              <a:buNone/>
              <a:defRPr sz="15500" b="1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50"/>
          <p:cNvSpPr txBox="1">
            <a:spLocks noGrp="1"/>
          </p:cNvSpPr>
          <p:nvPr>
            <p:ph type="body" idx="3"/>
          </p:nvPr>
        </p:nvSpPr>
        <p:spPr>
          <a:xfrm>
            <a:off x="3440172" y="1726672"/>
            <a:ext cx="1253665" cy="1681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5500"/>
              <a:buNone/>
              <a:defRPr sz="15500" b="1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" name="Google Shape;19;p50"/>
          <p:cNvSpPr txBox="1">
            <a:spLocks noGrp="1"/>
          </p:cNvSpPr>
          <p:nvPr>
            <p:ph type="body" idx="4"/>
          </p:nvPr>
        </p:nvSpPr>
        <p:spPr>
          <a:xfrm>
            <a:off x="1903189" y="71740"/>
            <a:ext cx="1253665" cy="1681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5500"/>
              <a:buNone/>
              <a:defRPr sz="15500" b="1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50"/>
          <p:cNvSpPr txBox="1">
            <a:spLocks noGrp="1"/>
          </p:cNvSpPr>
          <p:nvPr>
            <p:ph type="body" idx="5"/>
          </p:nvPr>
        </p:nvSpPr>
        <p:spPr>
          <a:xfrm>
            <a:off x="629693" y="2858632"/>
            <a:ext cx="1253665" cy="1681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5500"/>
              <a:buNone/>
              <a:defRPr sz="15500" b="1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" name="Google Shape;21;p50"/>
          <p:cNvSpPr txBox="1">
            <a:spLocks noGrp="1"/>
          </p:cNvSpPr>
          <p:nvPr>
            <p:ph type="ctrTitle"/>
          </p:nvPr>
        </p:nvSpPr>
        <p:spPr>
          <a:xfrm>
            <a:off x="2373216" y="3667946"/>
            <a:ext cx="9285382" cy="1277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rial"/>
              <a:buNone/>
              <a:defRPr sz="6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0"/>
          <p:cNvSpPr txBox="1">
            <a:spLocks noGrp="1"/>
          </p:cNvSpPr>
          <p:nvPr>
            <p:ph type="subTitle" idx="6"/>
          </p:nvPr>
        </p:nvSpPr>
        <p:spPr>
          <a:xfrm>
            <a:off x="7970418" y="5325276"/>
            <a:ext cx="3677297" cy="6820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cap="none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cxnSp>
        <p:nvCxnSpPr>
          <p:cNvPr id="23" name="Google Shape;23;p50"/>
          <p:cNvCxnSpPr/>
          <p:nvPr/>
        </p:nvCxnSpPr>
        <p:spPr>
          <a:xfrm>
            <a:off x="4579559" y="5744231"/>
            <a:ext cx="0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4" name="Google Shape;24;p50"/>
          <p:cNvCxnSpPr/>
          <p:nvPr/>
        </p:nvCxnSpPr>
        <p:spPr>
          <a:xfrm>
            <a:off x="2536371" y="2017985"/>
            <a:ext cx="0" cy="153432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5" name="Google Shape;25;p50"/>
          <p:cNvCxnSpPr/>
          <p:nvPr/>
        </p:nvCxnSpPr>
        <p:spPr>
          <a:xfrm rot="10800000">
            <a:off x="4245428" y="5655432"/>
            <a:ext cx="3318888" cy="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158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ierre">
  <p:cSld name="Cierre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4"/>
          <p:cNvSpPr>
            <a:spLocks noGrp="1"/>
          </p:cNvSpPr>
          <p:nvPr>
            <p:ph type="pic" idx="2"/>
          </p:nvPr>
        </p:nvSpPr>
        <p:spPr>
          <a:xfrm>
            <a:off x="6426578" y="0"/>
            <a:ext cx="5765422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28" name="Google Shape;28;p54"/>
          <p:cNvSpPr>
            <a:spLocks noGrp="1"/>
          </p:cNvSpPr>
          <p:nvPr>
            <p:ph type="pic" idx="3"/>
          </p:nvPr>
        </p:nvSpPr>
        <p:spPr>
          <a:xfrm>
            <a:off x="-11657" y="-16298"/>
            <a:ext cx="5555640" cy="6874299"/>
          </a:xfrm>
          <a:prstGeom prst="rect">
            <a:avLst/>
          </a:prstGeom>
          <a:noFill/>
          <a:ln>
            <a:noFill/>
          </a:ln>
        </p:spPr>
      </p:sp>
      <p:sp>
        <p:nvSpPr>
          <p:cNvPr id="29" name="Google Shape;29;p54"/>
          <p:cNvSpPr txBox="1">
            <a:spLocks noGrp="1"/>
          </p:cNvSpPr>
          <p:nvPr>
            <p:ph type="body" idx="1"/>
          </p:nvPr>
        </p:nvSpPr>
        <p:spPr>
          <a:xfrm>
            <a:off x="4461307" y="4277953"/>
            <a:ext cx="2310968" cy="470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sz="1200">
                <a:solidFill>
                  <a:schemeClr val="lt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5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33" name="Google Shape;33;p54"/>
          <p:cNvSpPr txBox="1">
            <a:spLocks noGrp="1"/>
          </p:cNvSpPr>
          <p:nvPr>
            <p:ph type="body" idx="4"/>
          </p:nvPr>
        </p:nvSpPr>
        <p:spPr>
          <a:xfrm>
            <a:off x="4156823" y="4752561"/>
            <a:ext cx="2310968" cy="470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sz="1200">
                <a:solidFill>
                  <a:schemeClr val="lt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54"/>
          <p:cNvSpPr txBox="1">
            <a:spLocks noGrp="1"/>
          </p:cNvSpPr>
          <p:nvPr>
            <p:ph type="body" idx="5"/>
          </p:nvPr>
        </p:nvSpPr>
        <p:spPr>
          <a:xfrm>
            <a:off x="3869713" y="5217644"/>
            <a:ext cx="2310968" cy="470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sz="1200">
                <a:solidFill>
                  <a:schemeClr val="lt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54"/>
          <p:cNvSpPr txBox="1">
            <a:spLocks noGrp="1"/>
          </p:cNvSpPr>
          <p:nvPr>
            <p:ph type="body" idx="6"/>
          </p:nvPr>
        </p:nvSpPr>
        <p:spPr>
          <a:xfrm>
            <a:off x="3580046" y="5673201"/>
            <a:ext cx="2310968" cy="470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sz="1200">
                <a:solidFill>
                  <a:schemeClr val="lt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54"/>
          <p:cNvSpPr txBox="1">
            <a:spLocks noGrp="1"/>
          </p:cNvSpPr>
          <p:nvPr>
            <p:ph type="title"/>
          </p:nvPr>
        </p:nvSpPr>
        <p:spPr>
          <a:xfrm>
            <a:off x="4898571" y="3363686"/>
            <a:ext cx="3907972" cy="5551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sz="28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seño personalizado">
  <p:cSld name="Diseño personalizado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ítulo y contenido">
  <p:cSld name="1_Título y contenido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56"/>
          <p:cNvSpPr/>
          <p:nvPr/>
        </p:nvSpPr>
        <p:spPr>
          <a:xfrm>
            <a:off x="6016886" y="0"/>
            <a:ext cx="6175114" cy="6858000"/>
          </a:xfrm>
          <a:custGeom>
            <a:avLst/>
            <a:gdLst/>
            <a:ahLst/>
            <a:cxnLst/>
            <a:rect l="l" t="t" r="r" b="b"/>
            <a:pathLst>
              <a:path w="6175114" h="6858000" extrusionOk="0">
                <a:moveTo>
                  <a:pt x="1341004" y="0"/>
                </a:moveTo>
                <a:lnTo>
                  <a:pt x="6175114" y="0"/>
                </a:lnTo>
                <a:lnTo>
                  <a:pt x="6175114" y="1753853"/>
                </a:lnTo>
                <a:lnTo>
                  <a:pt x="5820369" y="2196189"/>
                </a:lnTo>
                <a:cubicBezTo>
                  <a:pt x="5120645" y="1703218"/>
                  <a:pt x="4405009" y="1432910"/>
                  <a:pt x="3753019" y="1432910"/>
                </a:cubicBezTo>
                <a:cubicBezTo>
                  <a:pt x="2989739" y="1432910"/>
                  <a:pt x="2496678" y="1735039"/>
                  <a:pt x="2496678" y="2275742"/>
                </a:cubicBezTo>
                <a:cubicBezTo>
                  <a:pt x="2496678" y="2880092"/>
                  <a:pt x="3148671" y="3086756"/>
                  <a:pt x="4071059" y="3452528"/>
                </a:cubicBezTo>
                <a:lnTo>
                  <a:pt x="5359131" y="3977321"/>
                </a:lnTo>
                <a:cubicBezTo>
                  <a:pt x="5600645" y="4072737"/>
                  <a:pt x="5823711" y="4180452"/>
                  <a:pt x="6026758" y="4302039"/>
                </a:cubicBezTo>
                <a:lnTo>
                  <a:pt x="6175114" y="4397461"/>
                </a:lnTo>
                <a:lnTo>
                  <a:pt x="6175114" y="6858000"/>
                </a:lnTo>
                <a:lnTo>
                  <a:pt x="4869473" y="6858000"/>
                </a:lnTo>
                <a:lnTo>
                  <a:pt x="4856472" y="6790487"/>
                </a:lnTo>
                <a:cubicBezTo>
                  <a:pt x="4737539" y="6344090"/>
                  <a:pt x="4212235" y="6157971"/>
                  <a:pt x="3419067" y="5837920"/>
                </a:cubicBezTo>
                <a:lnTo>
                  <a:pt x="2099173" y="5265482"/>
                </a:lnTo>
                <a:cubicBezTo>
                  <a:pt x="1001854" y="4836066"/>
                  <a:pt x="0" y="3929589"/>
                  <a:pt x="0" y="2434764"/>
                </a:cubicBezTo>
                <a:cubicBezTo>
                  <a:pt x="0" y="1459726"/>
                  <a:pt x="493110" y="590353"/>
                  <a:pt x="1315163" y="16279"/>
                </a:cubicBezTo>
                <a:lnTo>
                  <a:pt x="1341004" y="0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800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56"/>
          <p:cNvSpPr txBox="1">
            <a:spLocks noGrp="1"/>
          </p:cNvSpPr>
          <p:nvPr>
            <p:ph type="title"/>
          </p:nvPr>
        </p:nvSpPr>
        <p:spPr>
          <a:xfrm>
            <a:off x="1099456" y="3257550"/>
            <a:ext cx="4203247" cy="743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sz="280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6"/>
          <p:cNvSpPr txBox="1">
            <a:spLocks noGrp="1"/>
          </p:cNvSpPr>
          <p:nvPr>
            <p:ph type="body" idx="1"/>
          </p:nvPr>
        </p:nvSpPr>
        <p:spPr>
          <a:xfrm>
            <a:off x="1099456" y="4238625"/>
            <a:ext cx="4203247" cy="1800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5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5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5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cxnSp>
        <p:nvCxnSpPr>
          <p:cNvPr id="46" name="Google Shape;46;p56"/>
          <p:cNvCxnSpPr/>
          <p:nvPr/>
        </p:nvCxnSpPr>
        <p:spPr>
          <a:xfrm>
            <a:off x="1121228" y="0"/>
            <a:ext cx="0" cy="304800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contenido con la imagen S">
  <p:cSld name="Título y contenido con la imagen S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57"/>
          <p:cNvSpPr>
            <a:spLocks noGrp="1"/>
          </p:cNvSpPr>
          <p:nvPr>
            <p:ph type="pic" idx="2"/>
          </p:nvPr>
        </p:nvSpPr>
        <p:spPr>
          <a:xfrm>
            <a:off x="6016886" y="0"/>
            <a:ext cx="6175114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49" name="Google Shape;49;p57"/>
          <p:cNvSpPr txBox="1">
            <a:spLocks noGrp="1"/>
          </p:cNvSpPr>
          <p:nvPr>
            <p:ph type="title"/>
          </p:nvPr>
        </p:nvSpPr>
        <p:spPr>
          <a:xfrm>
            <a:off x="1099456" y="3257550"/>
            <a:ext cx="4203247" cy="743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sz="280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57"/>
          <p:cNvSpPr txBox="1">
            <a:spLocks noGrp="1"/>
          </p:cNvSpPr>
          <p:nvPr>
            <p:ph type="body" idx="1"/>
          </p:nvPr>
        </p:nvSpPr>
        <p:spPr>
          <a:xfrm>
            <a:off x="1099456" y="4238625"/>
            <a:ext cx="4203247" cy="1800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5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5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5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cxnSp>
        <p:nvCxnSpPr>
          <p:cNvPr id="54" name="Google Shape;54;p57"/>
          <p:cNvCxnSpPr/>
          <p:nvPr/>
        </p:nvCxnSpPr>
        <p:spPr>
          <a:xfrm>
            <a:off x="1121228" y="0"/>
            <a:ext cx="0" cy="304800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is contenido">
  <p:cSld name="Seis contenido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58"/>
          <p:cNvSpPr txBox="1">
            <a:spLocks noGrp="1"/>
          </p:cNvSpPr>
          <p:nvPr>
            <p:ph type="body" idx="1"/>
          </p:nvPr>
        </p:nvSpPr>
        <p:spPr>
          <a:xfrm>
            <a:off x="1034186" y="2903538"/>
            <a:ext cx="3104198" cy="345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58"/>
          <p:cNvSpPr txBox="1">
            <a:spLocks noGrp="1"/>
          </p:cNvSpPr>
          <p:nvPr>
            <p:ph type="body" idx="2"/>
          </p:nvPr>
        </p:nvSpPr>
        <p:spPr>
          <a:xfrm>
            <a:off x="1034141" y="3249013"/>
            <a:ext cx="3103493" cy="866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sz="1200">
                <a:solidFill>
                  <a:schemeClr val="lt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8" name="Google Shape;58;p58"/>
          <p:cNvSpPr txBox="1">
            <a:spLocks noGrp="1"/>
          </p:cNvSpPr>
          <p:nvPr>
            <p:ph type="body" idx="3"/>
          </p:nvPr>
        </p:nvSpPr>
        <p:spPr>
          <a:xfrm>
            <a:off x="4641894" y="2903538"/>
            <a:ext cx="3104198" cy="320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9" name="Google Shape;59;p58"/>
          <p:cNvSpPr txBox="1">
            <a:spLocks noGrp="1"/>
          </p:cNvSpPr>
          <p:nvPr>
            <p:ph type="body" idx="4"/>
          </p:nvPr>
        </p:nvSpPr>
        <p:spPr>
          <a:xfrm>
            <a:off x="4642223" y="3249013"/>
            <a:ext cx="3103493" cy="866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sz="1200">
                <a:solidFill>
                  <a:schemeClr val="lt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58"/>
          <p:cNvSpPr txBox="1">
            <a:spLocks noGrp="1"/>
          </p:cNvSpPr>
          <p:nvPr>
            <p:ph type="body" idx="5"/>
          </p:nvPr>
        </p:nvSpPr>
        <p:spPr>
          <a:xfrm>
            <a:off x="8249601" y="2903538"/>
            <a:ext cx="3104198" cy="320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58"/>
          <p:cNvSpPr txBox="1">
            <a:spLocks noGrp="1"/>
          </p:cNvSpPr>
          <p:nvPr>
            <p:ph type="body" idx="6"/>
          </p:nvPr>
        </p:nvSpPr>
        <p:spPr>
          <a:xfrm>
            <a:off x="8250305" y="3249013"/>
            <a:ext cx="3103493" cy="866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sz="1200">
                <a:solidFill>
                  <a:schemeClr val="lt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" name="Google Shape;62;p58"/>
          <p:cNvSpPr txBox="1">
            <a:spLocks noGrp="1"/>
          </p:cNvSpPr>
          <p:nvPr>
            <p:ph type="title"/>
          </p:nvPr>
        </p:nvSpPr>
        <p:spPr>
          <a:xfrm>
            <a:off x="1034142" y="1110286"/>
            <a:ext cx="10515600" cy="924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sz="28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5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5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5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66" name="Google Shape;66;p58"/>
          <p:cNvSpPr txBox="1">
            <a:spLocks noGrp="1"/>
          </p:cNvSpPr>
          <p:nvPr>
            <p:ph type="body" idx="7"/>
          </p:nvPr>
        </p:nvSpPr>
        <p:spPr>
          <a:xfrm>
            <a:off x="1033811" y="4551950"/>
            <a:ext cx="3104198" cy="320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58"/>
          <p:cNvSpPr txBox="1">
            <a:spLocks noGrp="1"/>
          </p:cNvSpPr>
          <p:nvPr>
            <p:ph type="body" idx="8"/>
          </p:nvPr>
        </p:nvSpPr>
        <p:spPr>
          <a:xfrm>
            <a:off x="1033766" y="4897425"/>
            <a:ext cx="3103493" cy="866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sz="1200">
                <a:solidFill>
                  <a:schemeClr val="lt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8" name="Google Shape;68;p58"/>
          <p:cNvSpPr txBox="1">
            <a:spLocks noGrp="1"/>
          </p:cNvSpPr>
          <p:nvPr>
            <p:ph type="body" idx="9"/>
          </p:nvPr>
        </p:nvSpPr>
        <p:spPr>
          <a:xfrm>
            <a:off x="4641519" y="4551950"/>
            <a:ext cx="3104198" cy="320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58"/>
          <p:cNvSpPr txBox="1">
            <a:spLocks noGrp="1"/>
          </p:cNvSpPr>
          <p:nvPr>
            <p:ph type="body" idx="13"/>
          </p:nvPr>
        </p:nvSpPr>
        <p:spPr>
          <a:xfrm>
            <a:off x="4641848" y="4897425"/>
            <a:ext cx="3103493" cy="866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sz="1200">
                <a:solidFill>
                  <a:schemeClr val="lt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0" name="Google Shape;70;p58"/>
          <p:cNvSpPr txBox="1">
            <a:spLocks noGrp="1"/>
          </p:cNvSpPr>
          <p:nvPr>
            <p:ph type="body" idx="14"/>
          </p:nvPr>
        </p:nvSpPr>
        <p:spPr>
          <a:xfrm>
            <a:off x="8249226" y="4551950"/>
            <a:ext cx="3104198" cy="320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58"/>
          <p:cNvSpPr txBox="1">
            <a:spLocks noGrp="1"/>
          </p:cNvSpPr>
          <p:nvPr>
            <p:ph type="body" idx="15"/>
          </p:nvPr>
        </p:nvSpPr>
        <p:spPr>
          <a:xfrm>
            <a:off x="8249930" y="4897425"/>
            <a:ext cx="3103493" cy="866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sz="1200">
                <a:solidFill>
                  <a:schemeClr val="lt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72" name="Google Shape;72;p58"/>
          <p:cNvCxnSpPr/>
          <p:nvPr/>
        </p:nvCxnSpPr>
        <p:spPr>
          <a:xfrm>
            <a:off x="1121228" y="0"/>
            <a:ext cx="0" cy="1110286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lumna de contenido 1">
  <p:cSld name="Columna de contenido 1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59"/>
          <p:cNvSpPr txBox="1">
            <a:spLocks noGrp="1"/>
          </p:cNvSpPr>
          <p:nvPr>
            <p:ph type="body" idx="1"/>
          </p:nvPr>
        </p:nvSpPr>
        <p:spPr>
          <a:xfrm>
            <a:off x="4450921" y="2145859"/>
            <a:ext cx="5042568" cy="3454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59"/>
          <p:cNvSpPr txBox="1">
            <a:spLocks noGrp="1"/>
          </p:cNvSpPr>
          <p:nvPr>
            <p:ph type="body" idx="2"/>
          </p:nvPr>
        </p:nvSpPr>
        <p:spPr>
          <a:xfrm>
            <a:off x="4450922" y="2491335"/>
            <a:ext cx="5041422" cy="5401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sz="1200">
                <a:solidFill>
                  <a:schemeClr val="lt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59"/>
          <p:cNvSpPr txBox="1">
            <a:spLocks noGrp="1"/>
          </p:cNvSpPr>
          <p:nvPr>
            <p:ph type="title"/>
          </p:nvPr>
        </p:nvSpPr>
        <p:spPr>
          <a:xfrm>
            <a:off x="1034142" y="419184"/>
            <a:ext cx="2362200" cy="1110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sz="28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5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5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5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80" name="Google Shape;80;p59"/>
          <p:cNvSpPr txBox="1">
            <a:spLocks noGrp="1"/>
          </p:cNvSpPr>
          <p:nvPr>
            <p:ph type="body" idx="3"/>
          </p:nvPr>
        </p:nvSpPr>
        <p:spPr>
          <a:xfrm>
            <a:off x="4450921" y="3198051"/>
            <a:ext cx="5042568" cy="320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59"/>
          <p:cNvSpPr txBox="1">
            <a:spLocks noGrp="1"/>
          </p:cNvSpPr>
          <p:nvPr>
            <p:ph type="body" idx="4"/>
          </p:nvPr>
        </p:nvSpPr>
        <p:spPr>
          <a:xfrm>
            <a:off x="4450922" y="3543527"/>
            <a:ext cx="5041422" cy="5401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sz="1200">
                <a:solidFill>
                  <a:schemeClr val="lt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59"/>
          <p:cNvSpPr txBox="1">
            <a:spLocks noGrp="1"/>
          </p:cNvSpPr>
          <p:nvPr>
            <p:ph type="body" idx="5"/>
          </p:nvPr>
        </p:nvSpPr>
        <p:spPr>
          <a:xfrm>
            <a:off x="4450921" y="5302434"/>
            <a:ext cx="5042568" cy="320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59"/>
          <p:cNvSpPr txBox="1">
            <a:spLocks noGrp="1"/>
          </p:cNvSpPr>
          <p:nvPr>
            <p:ph type="body" idx="6"/>
          </p:nvPr>
        </p:nvSpPr>
        <p:spPr>
          <a:xfrm>
            <a:off x="4450922" y="5647910"/>
            <a:ext cx="5041422" cy="5401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sz="1200">
                <a:solidFill>
                  <a:schemeClr val="lt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59"/>
          <p:cNvSpPr txBox="1">
            <a:spLocks noGrp="1"/>
          </p:cNvSpPr>
          <p:nvPr>
            <p:ph type="body" idx="7"/>
          </p:nvPr>
        </p:nvSpPr>
        <p:spPr>
          <a:xfrm>
            <a:off x="4450921" y="4250243"/>
            <a:ext cx="5042568" cy="320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5" name="Google Shape;85;p59"/>
          <p:cNvSpPr txBox="1">
            <a:spLocks noGrp="1"/>
          </p:cNvSpPr>
          <p:nvPr>
            <p:ph type="body" idx="8"/>
          </p:nvPr>
        </p:nvSpPr>
        <p:spPr>
          <a:xfrm>
            <a:off x="4450922" y="4595719"/>
            <a:ext cx="5041422" cy="5401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sz="1200">
                <a:solidFill>
                  <a:schemeClr val="lt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86" name="Google Shape;86;p59"/>
          <p:cNvCxnSpPr/>
          <p:nvPr/>
        </p:nvCxnSpPr>
        <p:spPr>
          <a:xfrm>
            <a:off x="3766456" y="-16561"/>
            <a:ext cx="0" cy="6874561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87" name="Google Shape;87;p59"/>
          <p:cNvCxnSpPr/>
          <p:nvPr/>
        </p:nvCxnSpPr>
        <p:spPr>
          <a:xfrm>
            <a:off x="-1" y="1676400"/>
            <a:ext cx="12191999" cy="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, imagen y 3 contenido">
  <p:cSld name="Título, imagen y 3 contenido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60"/>
          <p:cNvSpPr txBox="1">
            <a:spLocks noGrp="1"/>
          </p:cNvSpPr>
          <p:nvPr>
            <p:ph type="body" idx="1"/>
          </p:nvPr>
        </p:nvSpPr>
        <p:spPr>
          <a:xfrm>
            <a:off x="6144768" y="2069658"/>
            <a:ext cx="5042568" cy="3454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60"/>
          <p:cNvSpPr txBox="1">
            <a:spLocks noGrp="1"/>
          </p:cNvSpPr>
          <p:nvPr>
            <p:ph type="body" idx="2"/>
          </p:nvPr>
        </p:nvSpPr>
        <p:spPr>
          <a:xfrm>
            <a:off x="6144768" y="2415134"/>
            <a:ext cx="5041422" cy="5401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sz="1200">
                <a:solidFill>
                  <a:schemeClr val="lt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60"/>
          <p:cNvSpPr txBox="1">
            <a:spLocks noGrp="1"/>
          </p:cNvSpPr>
          <p:nvPr>
            <p:ph type="title"/>
          </p:nvPr>
        </p:nvSpPr>
        <p:spPr>
          <a:xfrm>
            <a:off x="6971633" y="690928"/>
            <a:ext cx="4501910" cy="732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sz="28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60"/>
          <p:cNvSpPr txBox="1">
            <a:spLocks noGrp="1"/>
          </p:cNvSpPr>
          <p:nvPr>
            <p:ph type="body" idx="3"/>
          </p:nvPr>
        </p:nvSpPr>
        <p:spPr>
          <a:xfrm>
            <a:off x="5300006" y="3587638"/>
            <a:ext cx="5042568" cy="320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60"/>
          <p:cNvSpPr txBox="1">
            <a:spLocks noGrp="1"/>
          </p:cNvSpPr>
          <p:nvPr>
            <p:ph type="body" idx="4"/>
          </p:nvPr>
        </p:nvSpPr>
        <p:spPr>
          <a:xfrm>
            <a:off x="5300007" y="3933114"/>
            <a:ext cx="5041422" cy="5401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sz="1200">
                <a:solidFill>
                  <a:schemeClr val="lt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4" name="Google Shape;94;p60"/>
          <p:cNvSpPr txBox="1">
            <a:spLocks noGrp="1"/>
          </p:cNvSpPr>
          <p:nvPr>
            <p:ph type="body" idx="5"/>
          </p:nvPr>
        </p:nvSpPr>
        <p:spPr>
          <a:xfrm>
            <a:off x="4398264" y="5105618"/>
            <a:ext cx="5042568" cy="320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5" name="Google Shape;95;p60"/>
          <p:cNvSpPr txBox="1">
            <a:spLocks noGrp="1"/>
          </p:cNvSpPr>
          <p:nvPr>
            <p:ph type="body" idx="6"/>
          </p:nvPr>
        </p:nvSpPr>
        <p:spPr>
          <a:xfrm>
            <a:off x="4398264" y="5451094"/>
            <a:ext cx="5041422" cy="5401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sz="1200">
                <a:solidFill>
                  <a:schemeClr val="lt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contenido con la imagen T">
  <p:cSld name="Título y contenido con la imagen T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61"/>
          <p:cNvSpPr>
            <a:spLocks noGrp="1"/>
          </p:cNvSpPr>
          <p:nvPr>
            <p:ph type="pic" idx="2"/>
          </p:nvPr>
        </p:nvSpPr>
        <p:spPr>
          <a:xfrm>
            <a:off x="1" y="-12700"/>
            <a:ext cx="7080595" cy="6870700"/>
          </a:xfrm>
          <a:prstGeom prst="rect">
            <a:avLst/>
          </a:prstGeom>
          <a:noFill/>
          <a:ln>
            <a:noFill/>
          </a:ln>
        </p:spPr>
      </p:sp>
      <p:sp>
        <p:nvSpPr>
          <p:cNvPr id="98" name="Google Shape;98;p6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6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6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101" name="Google Shape;101;p61"/>
          <p:cNvSpPr txBox="1">
            <a:spLocks noGrp="1"/>
          </p:cNvSpPr>
          <p:nvPr>
            <p:ph type="title"/>
          </p:nvPr>
        </p:nvSpPr>
        <p:spPr>
          <a:xfrm>
            <a:off x="7543799" y="2318657"/>
            <a:ext cx="4203247" cy="1440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sz="280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61"/>
          <p:cNvSpPr txBox="1">
            <a:spLocks noGrp="1"/>
          </p:cNvSpPr>
          <p:nvPr>
            <p:ph type="body" idx="1"/>
          </p:nvPr>
        </p:nvSpPr>
        <p:spPr>
          <a:xfrm>
            <a:off x="7543799" y="4147457"/>
            <a:ext cx="4203247" cy="153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6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becera de sección">
  <p:cSld name="Cabecera de sección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62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105" name="Google Shape;105;p62"/>
          <p:cNvSpPr txBox="1">
            <a:spLocks noGrp="1"/>
          </p:cNvSpPr>
          <p:nvPr>
            <p:ph type="body" idx="1"/>
          </p:nvPr>
        </p:nvSpPr>
        <p:spPr>
          <a:xfrm>
            <a:off x="3650085" y="4546575"/>
            <a:ext cx="1500624" cy="1681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5500"/>
              <a:buNone/>
              <a:defRPr sz="15500" b="1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6" name="Google Shape;106;p62"/>
          <p:cNvSpPr txBox="1">
            <a:spLocks noGrp="1"/>
          </p:cNvSpPr>
          <p:nvPr>
            <p:ph type="body" idx="3"/>
          </p:nvPr>
        </p:nvSpPr>
        <p:spPr>
          <a:xfrm>
            <a:off x="2377374" y="2750392"/>
            <a:ext cx="1253665" cy="1681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5500"/>
              <a:buNone/>
              <a:defRPr sz="15500" b="1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7" name="Google Shape;107;p62"/>
          <p:cNvSpPr txBox="1">
            <a:spLocks noGrp="1"/>
          </p:cNvSpPr>
          <p:nvPr>
            <p:ph type="body" idx="4"/>
          </p:nvPr>
        </p:nvSpPr>
        <p:spPr>
          <a:xfrm>
            <a:off x="442380" y="903514"/>
            <a:ext cx="1253665" cy="1681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5500"/>
              <a:buNone/>
              <a:defRPr sz="15500" b="1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8" name="Google Shape;108;p62"/>
          <p:cNvSpPr txBox="1">
            <a:spLocks noGrp="1"/>
          </p:cNvSpPr>
          <p:nvPr>
            <p:ph type="body" idx="5"/>
          </p:nvPr>
        </p:nvSpPr>
        <p:spPr>
          <a:xfrm>
            <a:off x="2377374" y="897072"/>
            <a:ext cx="1253665" cy="1681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5500"/>
              <a:buNone/>
              <a:defRPr sz="15500" b="1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9" name="Google Shape;109;p62"/>
          <p:cNvSpPr txBox="1">
            <a:spLocks noGrp="1"/>
          </p:cNvSpPr>
          <p:nvPr>
            <p:ph type="title"/>
          </p:nvPr>
        </p:nvSpPr>
        <p:spPr>
          <a:xfrm>
            <a:off x="5606143" y="5201920"/>
            <a:ext cx="5747657" cy="992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62"/>
          <p:cNvSpPr/>
          <p:nvPr/>
        </p:nvSpPr>
        <p:spPr>
          <a:xfrm>
            <a:off x="3565384" y="1857932"/>
            <a:ext cx="922101" cy="2445893"/>
          </a:xfrm>
          <a:custGeom>
            <a:avLst/>
            <a:gdLst/>
            <a:ahLst/>
            <a:cxnLst/>
            <a:rect l="l" t="t" r="r" b="b"/>
            <a:pathLst>
              <a:path w="922101" h="2332208" extrusionOk="0">
                <a:moveTo>
                  <a:pt x="922101" y="2332208"/>
                </a:moveTo>
                <a:lnTo>
                  <a:pt x="922101" y="1134894"/>
                </a:lnTo>
                <a:lnTo>
                  <a:pt x="922101" y="0"/>
                </a:lnTo>
                <a:lnTo>
                  <a:pt x="0" y="0"/>
                </a:lnTo>
              </a:path>
            </a:pathLst>
          </a:custGeom>
          <a:noFill/>
          <a:ln w="19050" cap="flat" cmpd="sng">
            <a:solidFill>
              <a:srgbClr val="C3EF0C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62"/>
          <p:cNvSpPr/>
          <p:nvPr/>
        </p:nvSpPr>
        <p:spPr>
          <a:xfrm>
            <a:off x="1845311" y="1857400"/>
            <a:ext cx="691575" cy="8866"/>
          </a:xfrm>
          <a:custGeom>
            <a:avLst/>
            <a:gdLst/>
            <a:ahLst/>
            <a:cxnLst/>
            <a:rect l="l" t="t" r="r" b="b"/>
            <a:pathLst>
              <a:path w="691575" h="8866" extrusionOk="0">
                <a:moveTo>
                  <a:pt x="691576" y="0"/>
                </a:moveTo>
                <a:lnTo>
                  <a:pt x="0" y="0"/>
                </a:lnTo>
              </a:path>
            </a:pathLst>
          </a:custGeom>
          <a:noFill/>
          <a:ln w="19050" cap="flat" cmpd="sng">
            <a:solidFill>
              <a:srgbClr val="C3EF0C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62"/>
          <p:cNvSpPr/>
          <p:nvPr/>
        </p:nvSpPr>
        <p:spPr>
          <a:xfrm>
            <a:off x="3565384" y="1857931"/>
            <a:ext cx="922101" cy="2573623"/>
          </a:xfrm>
          <a:custGeom>
            <a:avLst/>
            <a:gdLst/>
            <a:ahLst/>
            <a:cxnLst/>
            <a:rect l="l" t="t" r="r" b="b"/>
            <a:pathLst>
              <a:path w="922101" h="2332208" extrusionOk="0">
                <a:moveTo>
                  <a:pt x="922101" y="2332208"/>
                </a:moveTo>
                <a:lnTo>
                  <a:pt x="922101" y="1134894"/>
                </a:lnTo>
                <a:lnTo>
                  <a:pt x="922101" y="0"/>
                </a:lnTo>
                <a:lnTo>
                  <a:pt x="0" y="0"/>
                </a:lnTo>
              </a:path>
            </a:pathLst>
          </a:custGeom>
          <a:noFill/>
          <a:ln w="19050" cap="flat" cmpd="sng">
            <a:solidFill>
              <a:srgbClr val="C3EF0C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0">
          <p15:clr>
            <a:srgbClr val="FBAE40"/>
          </p15:clr>
        </p15:guide>
        <p15:guide id="2" orient="horz" pos="1584">
          <p15:clr>
            <a:srgbClr val="FBAE40"/>
          </p15:clr>
        </p15:guide>
        <p15:guide id="3" orient="horz" pos="271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Contenido con títulos">
  <p:cSld name="3 Contenido con títulos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63"/>
          <p:cNvSpPr/>
          <p:nvPr/>
        </p:nvSpPr>
        <p:spPr>
          <a:xfrm>
            <a:off x="8412200" y="3195400"/>
            <a:ext cx="2941600" cy="508000"/>
          </a:xfrm>
          <a:prstGeom prst="rect">
            <a:avLst/>
          </a:prstGeom>
          <a:gradFill>
            <a:gsLst>
              <a:gs pos="0">
                <a:schemeClr val="accent1"/>
              </a:gs>
              <a:gs pos="800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63"/>
          <p:cNvSpPr/>
          <p:nvPr/>
        </p:nvSpPr>
        <p:spPr>
          <a:xfrm>
            <a:off x="1034142" y="3195400"/>
            <a:ext cx="2941600" cy="508000"/>
          </a:xfrm>
          <a:prstGeom prst="rect">
            <a:avLst/>
          </a:prstGeom>
          <a:gradFill>
            <a:gsLst>
              <a:gs pos="0">
                <a:schemeClr val="accent1"/>
              </a:gs>
              <a:gs pos="800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63"/>
          <p:cNvSpPr/>
          <p:nvPr/>
        </p:nvSpPr>
        <p:spPr>
          <a:xfrm>
            <a:off x="4706975" y="3195400"/>
            <a:ext cx="2941600" cy="508000"/>
          </a:xfrm>
          <a:prstGeom prst="rect">
            <a:avLst/>
          </a:prstGeom>
          <a:gradFill>
            <a:gsLst>
              <a:gs pos="0">
                <a:schemeClr val="accent1"/>
              </a:gs>
              <a:gs pos="800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63"/>
          <p:cNvSpPr txBox="1">
            <a:spLocks noGrp="1"/>
          </p:cNvSpPr>
          <p:nvPr>
            <p:ph type="body" idx="1"/>
          </p:nvPr>
        </p:nvSpPr>
        <p:spPr>
          <a:xfrm>
            <a:off x="1034142" y="3266159"/>
            <a:ext cx="29416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63"/>
          <p:cNvSpPr txBox="1">
            <a:spLocks noGrp="1"/>
          </p:cNvSpPr>
          <p:nvPr>
            <p:ph type="body" idx="2"/>
          </p:nvPr>
        </p:nvSpPr>
        <p:spPr>
          <a:xfrm>
            <a:off x="1034142" y="4117103"/>
            <a:ext cx="2941600" cy="1141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EFEFE"/>
              </a:buClr>
              <a:buSzPts val="1200"/>
              <a:buNone/>
              <a:defRPr sz="1200">
                <a:solidFill>
                  <a:srgbClr val="FEFEFE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63"/>
          <p:cNvSpPr txBox="1">
            <a:spLocks noGrp="1"/>
          </p:cNvSpPr>
          <p:nvPr>
            <p:ph type="title"/>
          </p:nvPr>
        </p:nvSpPr>
        <p:spPr>
          <a:xfrm>
            <a:off x="1034142" y="1110286"/>
            <a:ext cx="10515600" cy="924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sz="28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20" name="Google Shape;120;p63"/>
          <p:cNvCxnSpPr/>
          <p:nvPr/>
        </p:nvCxnSpPr>
        <p:spPr>
          <a:xfrm>
            <a:off x="1121228" y="0"/>
            <a:ext cx="0" cy="1110286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21" name="Google Shape;121;p63"/>
          <p:cNvSpPr txBox="1">
            <a:spLocks noGrp="1"/>
          </p:cNvSpPr>
          <p:nvPr>
            <p:ph type="body" idx="3"/>
          </p:nvPr>
        </p:nvSpPr>
        <p:spPr>
          <a:xfrm>
            <a:off x="4706975" y="3266159"/>
            <a:ext cx="29416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2" name="Google Shape;122;p63"/>
          <p:cNvSpPr txBox="1">
            <a:spLocks noGrp="1"/>
          </p:cNvSpPr>
          <p:nvPr>
            <p:ph type="body" idx="4"/>
          </p:nvPr>
        </p:nvSpPr>
        <p:spPr>
          <a:xfrm>
            <a:off x="4706975" y="4117103"/>
            <a:ext cx="2941600" cy="1141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EFEFE"/>
              </a:buClr>
              <a:buSzPts val="1200"/>
              <a:buNone/>
              <a:defRPr sz="1200">
                <a:solidFill>
                  <a:srgbClr val="FEFEFE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3" name="Google Shape;123;p63"/>
          <p:cNvSpPr txBox="1">
            <a:spLocks noGrp="1"/>
          </p:cNvSpPr>
          <p:nvPr>
            <p:ph type="body" idx="5"/>
          </p:nvPr>
        </p:nvSpPr>
        <p:spPr>
          <a:xfrm>
            <a:off x="8412200" y="3266159"/>
            <a:ext cx="29416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4" name="Google Shape;124;p63"/>
          <p:cNvSpPr txBox="1">
            <a:spLocks noGrp="1"/>
          </p:cNvSpPr>
          <p:nvPr>
            <p:ph type="body" idx="6"/>
          </p:nvPr>
        </p:nvSpPr>
        <p:spPr>
          <a:xfrm>
            <a:off x="8412200" y="4117103"/>
            <a:ext cx="2941600" cy="1141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EFEFE"/>
              </a:buClr>
              <a:buSzPts val="1200"/>
              <a:buNone/>
              <a:defRPr sz="1200">
                <a:solidFill>
                  <a:srgbClr val="FEFEFE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6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6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6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contenido con la imagen E">
  <p:cSld name="Título y contenido con la imagen E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64"/>
          <p:cNvSpPr>
            <a:spLocks noGrp="1"/>
          </p:cNvSpPr>
          <p:nvPr>
            <p:ph type="pic" idx="2"/>
          </p:nvPr>
        </p:nvSpPr>
        <p:spPr>
          <a:xfrm>
            <a:off x="0" y="3"/>
            <a:ext cx="5288281" cy="6857999"/>
          </a:xfrm>
          <a:prstGeom prst="rect">
            <a:avLst/>
          </a:prstGeom>
          <a:noFill/>
          <a:ln>
            <a:noFill/>
          </a:ln>
        </p:spPr>
      </p:sp>
      <p:sp>
        <p:nvSpPr>
          <p:cNvPr id="130" name="Google Shape;130;p64"/>
          <p:cNvSpPr txBox="1">
            <a:spLocks noGrp="1"/>
          </p:cNvSpPr>
          <p:nvPr>
            <p:ph type="title"/>
          </p:nvPr>
        </p:nvSpPr>
        <p:spPr>
          <a:xfrm>
            <a:off x="6903720" y="1419438"/>
            <a:ext cx="4450080" cy="924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sz="28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64"/>
          <p:cNvSpPr txBox="1">
            <a:spLocks noGrp="1"/>
          </p:cNvSpPr>
          <p:nvPr>
            <p:ph type="body" idx="1"/>
          </p:nvPr>
        </p:nvSpPr>
        <p:spPr>
          <a:xfrm>
            <a:off x="7366082" y="3009550"/>
            <a:ext cx="1254314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None/>
              <a:defRPr sz="18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2" name="Google Shape;132;p64"/>
          <p:cNvSpPr txBox="1">
            <a:spLocks noGrp="1"/>
          </p:cNvSpPr>
          <p:nvPr>
            <p:ph type="body" idx="3"/>
          </p:nvPr>
        </p:nvSpPr>
        <p:spPr>
          <a:xfrm>
            <a:off x="7366082" y="4017086"/>
            <a:ext cx="1254314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None/>
              <a:defRPr sz="18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3" name="Google Shape;133;p64"/>
          <p:cNvSpPr txBox="1">
            <a:spLocks noGrp="1"/>
          </p:cNvSpPr>
          <p:nvPr>
            <p:ph type="body" idx="4"/>
          </p:nvPr>
        </p:nvSpPr>
        <p:spPr>
          <a:xfrm>
            <a:off x="7366082" y="4957948"/>
            <a:ext cx="1254314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None/>
              <a:defRPr sz="18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4" name="Google Shape;134;p64"/>
          <p:cNvSpPr txBox="1">
            <a:spLocks noGrp="1"/>
          </p:cNvSpPr>
          <p:nvPr>
            <p:ph type="body" idx="5"/>
          </p:nvPr>
        </p:nvSpPr>
        <p:spPr>
          <a:xfrm>
            <a:off x="6903720" y="2816574"/>
            <a:ext cx="561421" cy="627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  <a:defRPr sz="4400" b="1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5" name="Google Shape;135;p64"/>
          <p:cNvSpPr txBox="1">
            <a:spLocks noGrp="1"/>
          </p:cNvSpPr>
          <p:nvPr>
            <p:ph type="body" idx="6"/>
          </p:nvPr>
        </p:nvSpPr>
        <p:spPr>
          <a:xfrm>
            <a:off x="6903720" y="3805802"/>
            <a:ext cx="561421" cy="627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  <a:defRPr sz="4400" b="1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64"/>
          <p:cNvSpPr txBox="1">
            <a:spLocks noGrp="1"/>
          </p:cNvSpPr>
          <p:nvPr>
            <p:ph type="body" idx="7"/>
          </p:nvPr>
        </p:nvSpPr>
        <p:spPr>
          <a:xfrm>
            <a:off x="6903721" y="4795030"/>
            <a:ext cx="561421" cy="627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  <a:defRPr sz="4400" b="1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64"/>
          <p:cNvSpPr txBox="1">
            <a:spLocks noGrp="1"/>
          </p:cNvSpPr>
          <p:nvPr>
            <p:ph type="body" idx="8"/>
          </p:nvPr>
        </p:nvSpPr>
        <p:spPr>
          <a:xfrm>
            <a:off x="8629106" y="3074238"/>
            <a:ext cx="2427514" cy="715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sz="1200">
                <a:solidFill>
                  <a:schemeClr val="lt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8" name="Google Shape;138;p64"/>
          <p:cNvSpPr txBox="1">
            <a:spLocks noGrp="1"/>
          </p:cNvSpPr>
          <p:nvPr>
            <p:ph type="body" idx="9"/>
          </p:nvPr>
        </p:nvSpPr>
        <p:spPr>
          <a:xfrm>
            <a:off x="8629106" y="4074889"/>
            <a:ext cx="2427514" cy="715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sz="1200">
                <a:solidFill>
                  <a:schemeClr val="lt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9" name="Google Shape;139;p64"/>
          <p:cNvSpPr txBox="1">
            <a:spLocks noGrp="1"/>
          </p:cNvSpPr>
          <p:nvPr>
            <p:ph type="body" idx="13"/>
          </p:nvPr>
        </p:nvSpPr>
        <p:spPr>
          <a:xfrm>
            <a:off x="8629106" y="5016921"/>
            <a:ext cx="2427514" cy="715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sz="1200">
                <a:solidFill>
                  <a:schemeClr val="lt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0" name="Google Shape;140;p6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1" name="Google Shape;141;p6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p6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Contenido con títulos">
  <p:cSld name="Dos Contenido con títulos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65"/>
          <p:cNvSpPr txBox="1">
            <a:spLocks noGrp="1"/>
          </p:cNvSpPr>
          <p:nvPr>
            <p:ph type="body" idx="1"/>
          </p:nvPr>
        </p:nvSpPr>
        <p:spPr>
          <a:xfrm>
            <a:off x="838200" y="3429000"/>
            <a:ext cx="4114797" cy="2747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4pPr>
            <a:lvl5pPr marL="2286000" lvl="4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5" name="Google Shape;145;p65"/>
          <p:cNvSpPr txBox="1">
            <a:spLocks noGrp="1"/>
          </p:cNvSpPr>
          <p:nvPr>
            <p:ph type="body" idx="2"/>
          </p:nvPr>
        </p:nvSpPr>
        <p:spPr>
          <a:xfrm>
            <a:off x="7239003" y="3429000"/>
            <a:ext cx="4114797" cy="2747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4pPr>
            <a:lvl5pPr marL="2286000" lvl="4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6" name="Google Shape;146;p6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7" name="Google Shape;147;p65"/>
          <p:cNvSpPr txBox="1">
            <a:spLocks noGrp="1"/>
          </p:cNvSpPr>
          <p:nvPr>
            <p:ph type="sldNum" idx="12"/>
          </p:nvPr>
        </p:nvSpPr>
        <p:spPr>
          <a:xfrm>
            <a:off x="10477500" y="6356350"/>
            <a:ext cx="8763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148" name="Google Shape;148;p65"/>
          <p:cNvSpPr txBox="1">
            <a:spLocks noGrp="1"/>
          </p:cNvSpPr>
          <p:nvPr>
            <p:ph type="title"/>
          </p:nvPr>
        </p:nvSpPr>
        <p:spPr>
          <a:xfrm>
            <a:off x="1034142" y="670094"/>
            <a:ext cx="10134601" cy="924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sz="28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49" name="Google Shape;149;p65"/>
          <p:cNvCxnSpPr/>
          <p:nvPr/>
        </p:nvCxnSpPr>
        <p:spPr>
          <a:xfrm>
            <a:off x="6096000" y="2603500"/>
            <a:ext cx="0" cy="425450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50" name="Google Shape;150;p65"/>
          <p:cNvSpPr/>
          <p:nvPr/>
        </p:nvSpPr>
        <p:spPr>
          <a:xfrm>
            <a:off x="0" y="2324100"/>
            <a:ext cx="12192000" cy="633411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6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65"/>
          <p:cNvSpPr txBox="1">
            <a:spLocks noGrp="1"/>
          </p:cNvSpPr>
          <p:nvPr>
            <p:ph type="body" idx="3"/>
          </p:nvPr>
        </p:nvSpPr>
        <p:spPr>
          <a:xfrm>
            <a:off x="838201" y="2413000"/>
            <a:ext cx="4114795" cy="493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52" name="Google Shape;152;p65"/>
          <p:cNvSpPr txBox="1">
            <a:spLocks noGrp="1"/>
          </p:cNvSpPr>
          <p:nvPr>
            <p:ph type="body" idx="4"/>
          </p:nvPr>
        </p:nvSpPr>
        <p:spPr>
          <a:xfrm>
            <a:off x="7239003" y="2413000"/>
            <a:ext cx="4114797" cy="493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53" name="Google Shape;153;p65"/>
          <p:cNvSpPr txBox="1">
            <a:spLocks noGrp="1"/>
          </p:cNvSpPr>
          <p:nvPr>
            <p:ph type="ftr" idx="11"/>
          </p:nvPr>
        </p:nvSpPr>
        <p:spPr>
          <a:xfrm>
            <a:off x="7239002" y="6356350"/>
            <a:ext cx="303846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scalando">
  <p:cSld name="Escalando"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6"/>
          <p:cNvSpPr txBox="1">
            <a:spLocks noGrp="1"/>
          </p:cNvSpPr>
          <p:nvPr>
            <p:ph type="body" idx="1"/>
          </p:nvPr>
        </p:nvSpPr>
        <p:spPr>
          <a:xfrm>
            <a:off x="8157335" y="1822008"/>
            <a:ext cx="3295186" cy="320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6" name="Google Shape;156;p66"/>
          <p:cNvSpPr txBox="1">
            <a:spLocks noGrp="1"/>
          </p:cNvSpPr>
          <p:nvPr>
            <p:ph type="body" idx="2"/>
          </p:nvPr>
        </p:nvSpPr>
        <p:spPr>
          <a:xfrm>
            <a:off x="8157335" y="2167484"/>
            <a:ext cx="3294437" cy="5401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sz="1200">
                <a:solidFill>
                  <a:schemeClr val="lt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7" name="Google Shape;157;p6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8" name="Google Shape;158;p6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9" name="Google Shape;159;p6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160" name="Google Shape;160;p66"/>
          <p:cNvSpPr txBox="1">
            <a:spLocks noGrp="1"/>
          </p:cNvSpPr>
          <p:nvPr>
            <p:ph type="body" idx="3"/>
          </p:nvPr>
        </p:nvSpPr>
        <p:spPr>
          <a:xfrm>
            <a:off x="7080795" y="3339988"/>
            <a:ext cx="3295186" cy="320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1" name="Google Shape;161;p66"/>
          <p:cNvSpPr txBox="1">
            <a:spLocks noGrp="1"/>
          </p:cNvSpPr>
          <p:nvPr>
            <p:ph type="body" idx="4"/>
          </p:nvPr>
        </p:nvSpPr>
        <p:spPr>
          <a:xfrm>
            <a:off x="7080795" y="3685464"/>
            <a:ext cx="3294437" cy="5401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sz="1200">
                <a:solidFill>
                  <a:schemeClr val="lt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2" name="Google Shape;162;p66"/>
          <p:cNvSpPr txBox="1">
            <a:spLocks noGrp="1"/>
          </p:cNvSpPr>
          <p:nvPr>
            <p:ph type="body" idx="5"/>
          </p:nvPr>
        </p:nvSpPr>
        <p:spPr>
          <a:xfrm>
            <a:off x="6231710" y="4857968"/>
            <a:ext cx="3295186" cy="320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3" name="Google Shape;163;p66"/>
          <p:cNvSpPr txBox="1">
            <a:spLocks noGrp="1"/>
          </p:cNvSpPr>
          <p:nvPr>
            <p:ph type="body" idx="6"/>
          </p:nvPr>
        </p:nvSpPr>
        <p:spPr>
          <a:xfrm>
            <a:off x="6231710" y="5203444"/>
            <a:ext cx="3294437" cy="5401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sz="1200">
                <a:solidFill>
                  <a:schemeClr val="lt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164" name="Google Shape;164;p66"/>
          <p:cNvCxnSpPr/>
          <p:nvPr/>
        </p:nvCxnSpPr>
        <p:spPr>
          <a:xfrm rot="10800000" flipH="1">
            <a:off x="4369950" y="805543"/>
            <a:ext cx="3648352" cy="6052189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miter lim="800000"/>
            <a:headEnd type="none" w="sm" len="sm"/>
            <a:tailEnd type="stealth" w="lg" len="lg"/>
          </a:ln>
        </p:spPr>
      </p:cxnSp>
      <p:sp>
        <p:nvSpPr>
          <p:cNvPr id="165" name="Google Shape;165;p66"/>
          <p:cNvSpPr txBox="1">
            <a:spLocks noGrp="1"/>
          </p:cNvSpPr>
          <p:nvPr>
            <p:ph type="title"/>
          </p:nvPr>
        </p:nvSpPr>
        <p:spPr>
          <a:xfrm>
            <a:off x="1034142" y="1110286"/>
            <a:ext cx="10319657" cy="924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sz="28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6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8" name="Google Shape;168;p6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9" name="Google Shape;169;p67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0" name="Google Shape;170;p6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1" name="Google Shape;171;p6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2" name="Google Shape;172;p6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>
  <p:cSld name="Comparación"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68"/>
          <p:cNvSpPr txBox="1">
            <a:spLocks noGrp="1"/>
          </p:cNvSpPr>
          <p:nvPr>
            <p:ph type="body" idx="1"/>
          </p:nvPr>
        </p:nvSpPr>
        <p:spPr>
          <a:xfrm>
            <a:off x="1034142" y="2046288"/>
            <a:ext cx="554445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75" name="Google Shape;175;p68"/>
          <p:cNvSpPr txBox="1">
            <a:spLocks noGrp="1"/>
          </p:cNvSpPr>
          <p:nvPr>
            <p:ph type="body" idx="2"/>
          </p:nvPr>
        </p:nvSpPr>
        <p:spPr>
          <a:xfrm>
            <a:off x="1034142" y="3162300"/>
            <a:ext cx="5544458" cy="3027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6" name="Google Shape;176;p68"/>
          <p:cNvSpPr txBox="1">
            <a:spLocks noGrp="1"/>
          </p:cNvSpPr>
          <p:nvPr>
            <p:ph type="body" idx="3"/>
          </p:nvPr>
        </p:nvSpPr>
        <p:spPr>
          <a:xfrm>
            <a:off x="7240588" y="2046288"/>
            <a:ext cx="41148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77" name="Google Shape;177;p68"/>
          <p:cNvSpPr txBox="1">
            <a:spLocks noGrp="1"/>
          </p:cNvSpPr>
          <p:nvPr>
            <p:ph type="body" idx="4"/>
          </p:nvPr>
        </p:nvSpPr>
        <p:spPr>
          <a:xfrm>
            <a:off x="7240588" y="3162300"/>
            <a:ext cx="4114800" cy="3027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8" name="Google Shape;178;p6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p6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6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181" name="Google Shape;181;p68"/>
          <p:cNvSpPr txBox="1">
            <a:spLocks noGrp="1"/>
          </p:cNvSpPr>
          <p:nvPr>
            <p:ph type="title"/>
          </p:nvPr>
        </p:nvSpPr>
        <p:spPr>
          <a:xfrm>
            <a:off x="1034142" y="1110286"/>
            <a:ext cx="10319657" cy="924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sz="28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82" name="Google Shape;182;p68"/>
          <p:cNvCxnSpPr/>
          <p:nvPr/>
        </p:nvCxnSpPr>
        <p:spPr>
          <a:xfrm>
            <a:off x="1121228" y="0"/>
            <a:ext cx="0" cy="1110286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contenido">
  <p:cSld name="Título y contenido"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69"/>
          <p:cNvSpPr txBox="1">
            <a:spLocks noGrp="1"/>
          </p:cNvSpPr>
          <p:nvPr>
            <p:ph type="body" idx="1"/>
          </p:nvPr>
        </p:nvSpPr>
        <p:spPr>
          <a:xfrm>
            <a:off x="1034142" y="1850572"/>
            <a:ext cx="10134601" cy="40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5" name="Google Shape;185;p6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6" name="Google Shape;186;p6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7" name="Google Shape;187;p6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188" name="Google Shape;188;p69"/>
          <p:cNvSpPr txBox="1">
            <a:spLocks noGrp="1"/>
          </p:cNvSpPr>
          <p:nvPr>
            <p:ph type="title"/>
          </p:nvPr>
        </p:nvSpPr>
        <p:spPr>
          <a:xfrm>
            <a:off x="1034142" y="670094"/>
            <a:ext cx="10134601" cy="924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sz="28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quipo - 4 arriba">
  <p:cSld name="Equipo - 4 arriba"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70"/>
          <p:cNvSpPr>
            <a:spLocks noGrp="1"/>
          </p:cNvSpPr>
          <p:nvPr>
            <p:ph type="pic" idx="2"/>
          </p:nvPr>
        </p:nvSpPr>
        <p:spPr>
          <a:xfrm>
            <a:off x="8804817" y="2233881"/>
            <a:ext cx="3387182" cy="2390238"/>
          </a:xfrm>
          <a:prstGeom prst="rect">
            <a:avLst/>
          </a:prstGeom>
          <a:noFill/>
          <a:ln>
            <a:noFill/>
          </a:ln>
        </p:spPr>
      </p:sp>
      <p:sp>
        <p:nvSpPr>
          <p:cNvPr id="191" name="Google Shape;191;p70"/>
          <p:cNvSpPr>
            <a:spLocks noGrp="1"/>
          </p:cNvSpPr>
          <p:nvPr>
            <p:ph type="pic" idx="3"/>
          </p:nvPr>
        </p:nvSpPr>
        <p:spPr>
          <a:xfrm>
            <a:off x="5690016" y="2233881"/>
            <a:ext cx="3917851" cy="2390238"/>
          </a:xfrm>
          <a:prstGeom prst="rect">
            <a:avLst/>
          </a:prstGeom>
          <a:noFill/>
          <a:ln>
            <a:noFill/>
          </a:ln>
        </p:spPr>
      </p:sp>
      <p:sp>
        <p:nvSpPr>
          <p:cNvPr id="192" name="Google Shape;192;p70"/>
          <p:cNvSpPr>
            <a:spLocks noGrp="1"/>
          </p:cNvSpPr>
          <p:nvPr>
            <p:ph type="pic" idx="4"/>
          </p:nvPr>
        </p:nvSpPr>
        <p:spPr>
          <a:xfrm>
            <a:off x="2575215" y="2233881"/>
            <a:ext cx="3917851" cy="2390238"/>
          </a:xfrm>
          <a:prstGeom prst="rect">
            <a:avLst/>
          </a:prstGeom>
          <a:noFill/>
          <a:ln>
            <a:noFill/>
          </a:ln>
        </p:spPr>
      </p:sp>
      <p:sp>
        <p:nvSpPr>
          <p:cNvPr id="193" name="Google Shape;193;p70"/>
          <p:cNvSpPr>
            <a:spLocks noGrp="1"/>
          </p:cNvSpPr>
          <p:nvPr>
            <p:ph type="pic" idx="5"/>
          </p:nvPr>
        </p:nvSpPr>
        <p:spPr>
          <a:xfrm>
            <a:off x="0" y="2233881"/>
            <a:ext cx="3378263" cy="2390238"/>
          </a:xfrm>
          <a:prstGeom prst="rect">
            <a:avLst/>
          </a:prstGeom>
          <a:noFill/>
          <a:ln>
            <a:noFill/>
          </a:ln>
        </p:spPr>
      </p:sp>
      <p:sp>
        <p:nvSpPr>
          <p:cNvPr id="194" name="Google Shape;194;p7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5" name="Google Shape;195;p7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6" name="Google Shape;196;p7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197" name="Google Shape;197;p70"/>
          <p:cNvSpPr txBox="1">
            <a:spLocks noGrp="1"/>
          </p:cNvSpPr>
          <p:nvPr>
            <p:ph type="title"/>
          </p:nvPr>
        </p:nvSpPr>
        <p:spPr>
          <a:xfrm>
            <a:off x="1034142" y="670094"/>
            <a:ext cx="10134601" cy="924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sz="28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8" name="Google Shape;198;p70"/>
          <p:cNvSpPr txBox="1">
            <a:spLocks noGrp="1"/>
          </p:cNvSpPr>
          <p:nvPr>
            <p:ph type="body" idx="1"/>
          </p:nvPr>
        </p:nvSpPr>
        <p:spPr>
          <a:xfrm>
            <a:off x="3554933" y="5061424"/>
            <a:ext cx="2443654" cy="320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9" name="Google Shape;199;p70"/>
          <p:cNvSpPr txBox="1">
            <a:spLocks noGrp="1"/>
          </p:cNvSpPr>
          <p:nvPr>
            <p:ph type="body" idx="6"/>
          </p:nvPr>
        </p:nvSpPr>
        <p:spPr>
          <a:xfrm>
            <a:off x="3554932" y="5406900"/>
            <a:ext cx="2443099" cy="361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sz="12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0" name="Google Shape;200;p70"/>
          <p:cNvSpPr txBox="1">
            <a:spLocks noGrp="1"/>
          </p:cNvSpPr>
          <p:nvPr>
            <p:ph type="body" idx="7"/>
          </p:nvPr>
        </p:nvSpPr>
        <p:spPr>
          <a:xfrm>
            <a:off x="931476" y="5061424"/>
            <a:ext cx="2443654" cy="320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1" name="Google Shape;201;p70"/>
          <p:cNvSpPr txBox="1">
            <a:spLocks noGrp="1"/>
          </p:cNvSpPr>
          <p:nvPr>
            <p:ph type="body" idx="8"/>
          </p:nvPr>
        </p:nvSpPr>
        <p:spPr>
          <a:xfrm>
            <a:off x="931475" y="5406900"/>
            <a:ext cx="2443099" cy="361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sz="12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2" name="Google Shape;202;p70"/>
          <p:cNvSpPr txBox="1">
            <a:spLocks noGrp="1"/>
          </p:cNvSpPr>
          <p:nvPr>
            <p:ph type="body" idx="9"/>
          </p:nvPr>
        </p:nvSpPr>
        <p:spPr>
          <a:xfrm>
            <a:off x="6177835" y="5061424"/>
            <a:ext cx="2443654" cy="320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3" name="Google Shape;203;p70"/>
          <p:cNvSpPr txBox="1">
            <a:spLocks noGrp="1"/>
          </p:cNvSpPr>
          <p:nvPr>
            <p:ph type="body" idx="13"/>
          </p:nvPr>
        </p:nvSpPr>
        <p:spPr>
          <a:xfrm>
            <a:off x="6177834" y="5406900"/>
            <a:ext cx="2443099" cy="361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sz="12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4" name="Google Shape;204;p70"/>
          <p:cNvSpPr txBox="1">
            <a:spLocks noGrp="1"/>
          </p:cNvSpPr>
          <p:nvPr>
            <p:ph type="body" idx="14"/>
          </p:nvPr>
        </p:nvSpPr>
        <p:spPr>
          <a:xfrm>
            <a:off x="8800181" y="5057897"/>
            <a:ext cx="2443654" cy="320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5" name="Google Shape;205;p70"/>
          <p:cNvSpPr txBox="1">
            <a:spLocks noGrp="1"/>
          </p:cNvSpPr>
          <p:nvPr>
            <p:ph type="body" idx="15"/>
          </p:nvPr>
        </p:nvSpPr>
        <p:spPr>
          <a:xfrm>
            <a:off x="8800180" y="5403373"/>
            <a:ext cx="2443099" cy="361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sz="12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quipo - 8 arriba">
  <p:cSld name="Equipo - 8 arriba"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71"/>
          <p:cNvSpPr>
            <a:spLocks noGrp="1"/>
          </p:cNvSpPr>
          <p:nvPr>
            <p:ph type="pic" idx="2"/>
          </p:nvPr>
        </p:nvSpPr>
        <p:spPr>
          <a:xfrm>
            <a:off x="10383802" y="3121794"/>
            <a:ext cx="1808198" cy="1097726"/>
          </a:xfrm>
          <a:prstGeom prst="rect">
            <a:avLst/>
          </a:prstGeom>
          <a:noFill/>
          <a:ln>
            <a:noFill/>
          </a:ln>
        </p:spPr>
      </p:sp>
      <p:sp>
        <p:nvSpPr>
          <p:cNvPr id="208" name="Google Shape;208;p71"/>
          <p:cNvSpPr>
            <a:spLocks noGrp="1"/>
          </p:cNvSpPr>
          <p:nvPr>
            <p:ph type="pic" idx="3"/>
          </p:nvPr>
        </p:nvSpPr>
        <p:spPr>
          <a:xfrm>
            <a:off x="8900427" y="3121794"/>
            <a:ext cx="1799279" cy="1097726"/>
          </a:xfrm>
          <a:prstGeom prst="rect">
            <a:avLst/>
          </a:prstGeom>
          <a:noFill/>
          <a:ln>
            <a:noFill/>
          </a:ln>
        </p:spPr>
      </p:sp>
      <p:sp>
        <p:nvSpPr>
          <p:cNvPr id="209" name="Google Shape;209;p71"/>
          <p:cNvSpPr>
            <a:spLocks noGrp="1"/>
          </p:cNvSpPr>
          <p:nvPr>
            <p:ph type="pic" idx="4"/>
          </p:nvPr>
        </p:nvSpPr>
        <p:spPr>
          <a:xfrm>
            <a:off x="7416963" y="3121794"/>
            <a:ext cx="1799279" cy="1097726"/>
          </a:xfrm>
          <a:prstGeom prst="rect">
            <a:avLst/>
          </a:prstGeom>
          <a:noFill/>
          <a:ln>
            <a:noFill/>
          </a:ln>
        </p:spPr>
      </p:sp>
      <p:sp>
        <p:nvSpPr>
          <p:cNvPr id="210" name="Google Shape;210;p71"/>
          <p:cNvSpPr>
            <a:spLocks noGrp="1"/>
          </p:cNvSpPr>
          <p:nvPr>
            <p:ph type="pic" idx="5"/>
          </p:nvPr>
        </p:nvSpPr>
        <p:spPr>
          <a:xfrm>
            <a:off x="5933589" y="3121794"/>
            <a:ext cx="1799125" cy="1097726"/>
          </a:xfrm>
          <a:prstGeom prst="rect">
            <a:avLst/>
          </a:prstGeom>
          <a:noFill/>
          <a:ln>
            <a:noFill/>
          </a:ln>
        </p:spPr>
      </p:sp>
      <p:sp>
        <p:nvSpPr>
          <p:cNvPr id="211" name="Google Shape;211;p71"/>
          <p:cNvSpPr>
            <a:spLocks noGrp="1"/>
          </p:cNvSpPr>
          <p:nvPr>
            <p:ph type="pic" idx="6"/>
          </p:nvPr>
        </p:nvSpPr>
        <p:spPr>
          <a:xfrm>
            <a:off x="4450214" y="3121794"/>
            <a:ext cx="1799279" cy="1097726"/>
          </a:xfrm>
          <a:prstGeom prst="rect">
            <a:avLst/>
          </a:prstGeom>
          <a:noFill/>
          <a:ln>
            <a:noFill/>
          </a:ln>
        </p:spPr>
      </p:sp>
      <p:sp>
        <p:nvSpPr>
          <p:cNvPr id="212" name="Google Shape;212;p71"/>
          <p:cNvSpPr>
            <a:spLocks noGrp="1"/>
          </p:cNvSpPr>
          <p:nvPr>
            <p:ph type="pic" idx="7"/>
          </p:nvPr>
        </p:nvSpPr>
        <p:spPr>
          <a:xfrm>
            <a:off x="2966838" y="3121794"/>
            <a:ext cx="1799279" cy="1097726"/>
          </a:xfrm>
          <a:prstGeom prst="rect">
            <a:avLst/>
          </a:prstGeom>
          <a:noFill/>
          <a:ln>
            <a:noFill/>
          </a:ln>
        </p:spPr>
      </p:sp>
      <p:sp>
        <p:nvSpPr>
          <p:cNvPr id="213" name="Google Shape;213;p71"/>
          <p:cNvSpPr>
            <a:spLocks noGrp="1"/>
          </p:cNvSpPr>
          <p:nvPr>
            <p:ph type="pic" idx="8"/>
          </p:nvPr>
        </p:nvSpPr>
        <p:spPr>
          <a:xfrm>
            <a:off x="1483375" y="3121794"/>
            <a:ext cx="1799279" cy="1097726"/>
          </a:xfrm>
          <a:prstGeom prst="rect">
            <a:avLst/>
          </a:prstGeom>
          <a:noFill/>
          <a:ln>
            <a:noFill/>
          </a:ln>
        </p:spPr>
      </p:sp>
      <p:sp>
        <p:nvSpPr>
          <p:cNvPr id="214" name="Google Shape;214;p71"/>
          <p:cNvSpPr>
            <a:spLocks noGrp="1"/>
          </p:cNvSpPr>
          <p:nvPr>
            <p:ph type="pic" idx="9"/>
          </p:nvPr>
        </p:nvSpPr>
        <p:spPr>
          <a:xfrm>
            <a:off x="1" y="3121794"/>
            <a:ext cx="1799279" cy="1097726"/>
          </a:xfrm>
          <a:prstGeom prst="rect">
            <a:avLst/>
          </a:prstGeom>
          <a:noFill/>
          <a:ln>
            <a:noFill/>
          </a:ln>
        </p:spPr>
      </p:sp>
      <p:sp>
        <p:nvSpPr>
          <p:cNvPr id="215" name="Google Shape;215;p7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6" name="Google Shape;216;p7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7" name="Google Shape;217;p7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218" name="Google Shape;218;p71"/>
          <p:cNvSpPr txBox="1">
            <a:spLocks noGrp="1"/>
          </p:cNvSpPr>
          <p:nvPr>
            <p:ph type="title"/>
          </p:nvPr>
        </p:nvSpPr>
        <p:spPr>
          <a:xfrm>
            <a:off x="1034142" y="670094"/>
            <a:ext cx="10134601" cy="924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sz="28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9" name="Google Shape;219;p71"/>
          <p:cNvSpPr txBox="1">
            <a:spLocks noGrp="1"/>
          </p:cNvSpPr>
          <p:nvPr>
            <p:ph type="body" idx="1"/>
          </p:nvPr>
        </p:nvSpPr>
        <p:spPr>
          <a:xfrm>
            <a:off x="0" y="2325820"/>
            <a:ext cx="1799279" cy="320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0" name="Google Shape;220;p71"/>
          <p:cNvSpPr txBox="1">
            <a:spLocks noGrp="1"/>
          </p:cNvSpPr>
          <p:nvPr>
            <p:ph type="body" idx="13"/>
          </p:nvPr>
        </p:nvSpPr>
        <p:spPr>
          <a:xfrm>
            <a:off x="409" y="2586626"/>
            <a:ext cx="1798870" cy="361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1" name="Google Shape;221;p71"/>
          <p:cNvSpPr txBox="1">
            <a:spLocks noGrp="1"/>
          </p:cNvSpPr>
          <p:nvPr>
            <p:ph type="body" idx="14"/>
          </p:nvPr>
        </p:nvSpPr>
        <p:spPr>
          <a:xfrm>
            <a:off x="3429000" y="2325820"/>
            <a:ext cx="1337117" cy="320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2" name="Google Shape;222;p71"/>
          <p:cNvSpPr txBox="1">
            <a:spLocks noGrp="1"/>
          </p:cNvSpPr>
          <p:nvPr>
            <p:ph type="body" idx="15"/>
          </p:nvPr>
        </p:nvSpPr>
        <p:spPr>
          <a:xfrm>
            <a:off x="3429005" y="2586626"/>
            <a:ext cx="1336813" cy="361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3" name="Google Shape;223;p71"/>
          <p:cNvSpPr txBox="1">
            <a:spLocks noGrp="1"/>
          </p:cNvSpPr>
          <p:nvPr>
            <p:ph type="body" idx="16"/>
          </p:nvPr>
        </p:nvSpPr>
        <p:spPr>
          <a:xfrm>
            <a:off x="6395597" y="2325820"/>
            <a:ext cx="1337117" cy="320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4" name="Google Shape;224;p71"/>
          <p:cNvSpPr txBox="1">
            <a:spLocks noGrp="1"/>
          </p:cNvSpPr>
          <p:nvPr>
            <p:ph type="body" idx="17"/>
          </p:nvPr>
        </p:nvSpPr>
        <p:spPr>
          <a:xfrm>
            <a:off x="6395602" y="2586626"/>
            <a:ext cx="1336813" cy="361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5" name="Google Shape;225;p71"/>
          <p:cNvSpPr txBox="1">
            <a:spLocks noGrp="1"/>
          </p:cNvSpPr>
          <p:nvPr>
            <p:ph type="body" idx="18"/>
          </p:nvPr>
        </p:nvSpPr>
        <p:spPr>
          <a:xfrm>
            <a:off x="9371508" y="2325820"/>
            <a:ext cx="1337117" cy="320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6" name="Google Shape;226;p71"/>
          <p:cNvSpPr txBox="1">
            <a:spLocks noGrp="1"/>
          </p:cNvSpPr>
          <p:nvPr>
            <p:ph type="body" idx="19"/>
          </p:nvPr>
        </p:nvSpPr>
        <p:spPr>
          <a:xfrm>
            <a:off x="9371513" y="2586626"/>
            <a:ext cx="1336813" cy="361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7" name="Google Shape;227;p71"/>
          <p:cNvSpPr txBox="1">
            <a:spLocks noGrp="1"/>
          </p:cNvSpPr>
          <p:nvPr>
            <p:ph type="body" idx="20"/>
          </p:nvPr>
        </p:nvSpPr>
        <p:spPr>
          <a:xfrm>
            <a:off x="1483375" y="4507480"/>
            <a:ext cx="1337117" cy="320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8" name="Google Shape;228;p71"/>
          <p:cNvSpPr txBox="1">
            <a:spLocks noGrp="1"/>
          </p:cNvSpPr>
          <p:nvPr>
            <p:ph type="body" idx="21"/>
          </p:nvPr>
        </p:nvSpPr>
        <p:spPr>
          <a:xfrm>
            <a:off x="1483380" y="4768286"/>
            <a:ext cx="1336813" cy="361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9" name="Google Shape;229;p71"/>
          <p:cNvSpPr txBox="1">
            <a:spLocks noGrp="1"/>
          </p:cNvSpPr>
          <p:nvPr>
            <p:ph type="body" idx="22"/>
          </p:nvPr>
        </p:nvSpPr>
        <p:spPr>
          <a:xfrm>
            <a:off x="4457493" y="4507480"/>
            <a:ext cx="1337117" cy="320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0" name="Google Shape;230;p71"/>
          <p:cNvSpPr txBox="1">
            <a:spLocks noGrp="1"/>
          </p:cNvSpPr>
          <p:nvPr>
            <p:ph type="body" idx="23"/>
          </p:nvPr>
        </p:nvSpPr>
        <p:spPr>
          <a:xfrm>
            <a:off x="4457498" y="4768286"/>
            <a:ext cx="1336813" cy="361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1" name="Google Shape;231;p71"/>
          <p:cNvSpPr txBox="1">
            <a:spLocks noGrp="1"/>
          </p:cNvSpPr>
          <p:nvPr>
            <p:ph type="body" idx="24"/>
          </p:nvPr>
        </p:nvSpPr>
        <p:spPr>
          <a:xfrm>
            <a:off x="7416963" y="4502202"/>
            <a:ext cx="1337117" cy="320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2" name="Google Shape;232;p71"/>
          <p:cNvSpPr txBox="1">
            <a:spLocks noGrp="1"/>
          </p:cNvSpPr>
          <p:nvPr>
            <p:ph type="body" idx="25"/>
          </p:nvPr>
        </p:nvSpPr>
        <p:spPr>
          <a:xfrm>
            <a:off x="7416968" y="4763008"/>
            <a:ext cx="1336813" cy="361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3" name="Google Shape;233;p71"/>
          <p:cNvSpPr txBox="1">
            <a:spLocks noGrp="1"/>
          </p:cNvSpPr>
          <p:nvPr>
            <p:ph type="body" idx="26"/>
          </p:nvPr>
        </p:nvSpPr>
        <p:spPr>
          <a:xfrm>
            <a:off x="10376433" y="4527297"/>
            <a:ext cx="1799279" cy="320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4" name="Google Shape;234;p71"/>
          <p:cNvSpPr txBox="1">
            <a:spLocks noGrp="1"/>
          </p:cNvSpPr>
          <p:nvPr>
            <p:ph type="body" idx="27"/>
          </p:nvPr>
        </p:nvSpPr>
        <p:spPr>
          <a:xfrm>
            <a:off x="10376438" y="4788103"/>
            <a:ext cx="1798870" cy="361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lumna de contenido 4 con iconos">
  <p:cSld name="Columna de contenido 4 con iconos"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72"/>
          <p:cNvSpPr txBox="1">
            <a:spLocks noGrp="1"/>
          </p:cNvSpPr>
          <p:nvPr>
            <p:ph type="title"/>
          </p:nvPr>
        </p:nvSpPr>
        <p:spPr>
          <a:xfrm>
            <a:off x="1034142" y="1110286"/>
            <a:ext cx="10515600" cy="924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sz="28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7" name="Google Shape;237;p7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8" name="Google Shape;238;p7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9" name="Google Shape;239;p7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cxnSp>
        <p:nvCxnSpPr>
          <p:cNvPr id="240" name="Google Shape;240;p72"/>
          <p:cNvCxnSpPr/>
          <p:nvPr/>
        </p:nvCxnSpPr>
        <p:spPr>
          <a:xfrm>
            <a:off x="1121228" y="0"/>
            <a:ext cx="0" cy="1110286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1" name="Google Shape;241;p72"/>
          <p:cNvSpPr txBox="1">
            <a:spLocks noGrp="1"/>
          </p:cNvSpPr>
          <p:nvPr>
            <p:ph type="body" idx="1"/>
          </p:nvPr>
        </p:nvSpPr>
        <p:spPr>
          <a:xfrm>
            <a:off x="838200" y="3788813"/>
            <a:ext cx="2330726" cy="8048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EFEFE"/>
              </a:buClr>
              <a:buSzPts val="3200"/>
              <a:buNone/>
              <a:defRPr sz="3200">
                <a:solidFill>
                  <a:srgbClr val="FEFEF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42" name="Google Shape;242;p72"/>
          <p:cNvSpPr txBox="1">
            <a:spLocks noGrp="1"/>
          </p:cNvSpPr>
          <p:nvPr>
            <p:ph type="body" idx="2"/>
          </p:nvPr>
        </p:nvSpPr>
        <p:spPr>
          <a:xfrm>
            <a:off x="838200" y="5120722"/>
            <a:ext cx="2330726" cy="853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EFEFE"/>
              </a:buClr>
              <a:buSzPts val="1200"/>
              <a:buNone/>
              <a:defRPr sz="1200">
                <a:solidFill>
                  <a:srgbClr val="FEFEFE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3pPr>
            <a:lvl4pPr marL="1828800" lvl="3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4pPr>
            <a:lvl5pPr marL="2286000" lvl="4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3" name="Google Shape;243;p72"/>
          <p:cNvSpPr txBox="1">
            <a:spLocks noGrp="1"/>
          </p:cNvSpPr>
          <p:nvPr>
            <p:ph type="body" idx="3"/>
          </p:nvPr>
        </p:nvSpPr>
        <p:spPr>
          <a:xfrm>
            <a:off x="3562665" y="3788813"/>
            <a:ext cx="2342205" cy="8048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EFEFE"/>
              </a:buClr>
              <a:buSzPts val="3200"/>
              <a:buNone/>
              <a:defRPr sz="3200">
                <a:solidFill>
                  <a:srgbClr val="FEFEF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44" name="Google Shape;244;p72"/>
          <p:cNvSpPr txBox="1">
            <a:spLocks noGrp="1"/>
          </p:cNvSpPr>
          <p:nvPr>
            <p:ph type="body" idx="4"/>
          </p:nvPr>
        </p:nvSpPr>
        <p:spPr>
          <a:xfrm>
            <a:off x="3562665" y="5120722"/>
            <a:ext cx="2342205" cy="853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EFEFE"/>
              </a:buClr>
              <a:buSzPts val="1200"/>
              <a:buNone/>
              <a:defRPr sz="1200">
                <a:solidFill>
                  <a:srgbClr val="FEFEFE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3pPr>
            <a:lvl4pPr marL="1828800" lvl="3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4pPr>
            <a:lvl5pPr marL="2286000" lvl="4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5" name="Google Shape;245;p72"/>
          <p:cNvSpPr txBox="1">
            <a:spLocks noGrp="1"/>
          </p:cNvSpPr>
          <p:nvPr>
            <p:ph type="body" idx="5"/>
          </p:nvPr>
        </p:nvSpPr>
        <p:spPr>
          <a:xfrm>
            <a:off x="6298609" y="3788813"/>
            <a:ext cx="2330726" cy="8048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EFEFE"/>
              </a:buClr>
              <a:buSzPts val="3200"/>
              <a:buNone/>
              <a:defRPr sz="3200">
                <a:solidFill>
                  <a:srgbClr val="FEFEF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46" name="Google Shape;246;p72"/>
          <p:cNvSpPr txBox="1">
            <a:spLocks noGrp="1"/>
          </p:cNvSpPr>
          <p:nvPr>
            <p:ph type="body" idx="6"/>
          </p:nvPr>
        </p:nvSpPr>
        <p:spPr>
          <a:xfrm>
            <a:off x="6298609" y="5120722"/>
            <a:ext cx="2330726" cy="853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EFEFE"/>
              </a:buClr>
              <a:buSzPts val="1200"/>
              <a:buNone/>
              <a:defRPr sz="1200">
                <a:solidFill>
                  <a:srgbClr val="FEFEFE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3pPr>
            <a:lvl4pPr marL="1828800" lvl="3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4pPr>
            <a:lvl5pPr marL="2286000" lvl="4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7" name="Google Shape;247;p72"/>
          <p:cNvSpPr txBox="1">
            <a:spLocks noGrp="1"/>
          </p:cNvSpPr>
          <p:nvPr>
            <p:ph type="body" idx="7"/>
          </p:nvPr>
        </p:nvSpPr>
        <p:spPr>
          <a:xfrm>
            <a:off x="9023074" y="3788457"/>
            <a:ext cx="2330726" cy="8048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EFEFE"/>
              </a:buClr>
              <a:buSzPts val="3200"/>
              <a:buNone/>
              <a:defRPr sz="3200">
                <a:solidFill>
                  <a:srgbClr val="FEFEF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48" name="Google Shape;248;p72"/>
          <p:cNvSpPr txBox="1">
            <a:spLocks noGrp="1"/>
          </p:cNvSpPr>
          <p:nvPr>
            <p:ph type="body" idx="8"/>
          </p:nvPr>
        </p:nvSpPr>
        <p:spPr>
          <a:xfrm>
            <a:off x="9023074" y="5120366"/>
            <a:ext cx="2330726" cy="853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EFEFE"/>
              </a:buClr>
              <a:buSzPts val="1200"/>
              <a:buNone/>
              <a:defRPr sz="1200">
                <a:solidFill>
                  <a:srgbClr val="FEFEFE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3pPr>
            <a:lvl4pPr marL="1828800" lvl="3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4pPr>
            <a:lvl5pPr marL="2286000" lvl="4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9" name="Google Shape;249;p72"/>
          <p:cNvSpPr txBox="1">
            <a:spLocks noGrp="1"/>
          </p:cNvSpPr>
          <p:nvPr>
            <p:ph type="body" idx="9"/>
          </p:nvPr>
        </p:nvSpPr>
        <p:spPr>
          <a:xfrm>
            <a:off x="838200" y="4464810"/>
            <a:ext cx="2330726" cy="438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50" name="Google Shape;250;p72"/>
          <p:cNvSpPr txBox="1">
            <a:spLocks noGrp="1"/>
          </p:cNvSpPr>
          <p:nvPr>
            <p:ph type="body" idx="13"/>
          </p:nvPr>
        </p:nvSpPr>
        <p:spPr>
          <a:xfrm>
            <a:off x="6298609" y="4464810"/>
            <a:ext cx="2330726" cy="438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51" name="Google Shape;251;p72"/>
          <p:cNvSpPr txBox="1">
            <a:spLocks noGrp="1"/>
          </p:cNvSpPr>
          <p:nvPr>
            <p:ph type="body" idx="14"/>
          </p:nvPr>
        </p:nvSpPr>
        <p:spPr>
          <a:xfrm>
            <a:off x="9023074" y="4464454"/>
            <a:ext cx="2330726" cy="438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52" name="Google Shape;252;p72"/>
          <p:cNvSpPr txBox="1">
            <a:spLocks noGrp="1"/>
          </p:cNvSpPr>
          <p:nvPr>
            <p:ph type="body" idx="15"/>
          </p:nvPr>
        </p:nvSpPr>
        <p:spPr>
          <a:xfrm>
            <a:off x="3568700" y="4464453"/>
            <a:ext cx="2330726" cy="438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contenido con la imagen M">
  <p:cSld name="Título y contenido con la imagen M"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73"/>
          <p:cNvSpPr>
            <a:spLocks noGrp="1"/>
          </p:cNvSpPr>
          <p:nvPr>
            <p:ph type="pic" idx="2"/>
          </p:nvPr>
        </p:nvSpPr>
        <p:spPr>
          <a:xfrm>
            <a:off x="0" y="0"/>
            <a:ext cx="6508046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255" name="Google Shape;255;p73"/>
          <p:cNvSpPr txBox="1">
            <a:spLocks noGrp="1"/>
          </p:cNvSpPr>
          <p:nvPr>
            <p:ph type="body" idx="1"/>
          </p:nvPr>
        </p:nvSpPr>
        <p:spPr>
          <a:xfrm>
            <a:off x="7260771" y="4136571"/>
            <a:ext cx="3907972" cy="1883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marL="457200" lvl="0" indent="-2286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6" name="Google Shape;256;p7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164374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7" name="Google Shape;257;p73"/>
          <p:cNvSpPr txBox="1">
            <a:spLocks noGrp="1"/>
          </p:cNvSpPr>
          <p:nvPr>
            <p:ph type="ftr" idx="11"/>
          </p:nvPr>
        </p:nvSpPr>
        <p:spPr>
          <a:xfrm>
            <a:off x="4332514" y="6356350"/>
            <a:ext cx="217553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8" name="Google Shape;258;p7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259" name="Google Shape;259;p73"/>
          <p:cNvSpPr txBox="1">
            <a:spLocks noGrp="1"/>
          </p:cNvSpPr>
          <p:nvPr>
            <p:ph type="title"/>
          </p:nvPr>
        </p:nvSpPr>
        <p:spPr>
          <a:xfrm>
            <a:off x="7260771" y="3363686"/>
            <a:ext cx="3907972" cy="5551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sz="280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260" name="Google Shape;260;p73"/>
          <p:cNvCxnSpPr/>
          <p:nvPr/>
        </p:nvCxnSpPr>
        <p:spPr>
          <a:xfrm>
            <a:off x="7271657" y="0"/>
            <a:ext cx="0" cy="312420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En blanco" type="blank">
  <p:cSld name="BLANK"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52"/>
          <p:cNvSpPr txBox="1">
            <a:spLocks noGrp="1"/>
          </p:cNvSpPr>
          <p:nvPr>
            <p:ph type="dt" idx="10"/>
          </p:nvPr>
        </p:nvSpPr>
        <p:spPr>
          <a:xfrm>
            <a:off x="513589" y="6656871"/>
            <a:ext cx="2702091" cy="216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272" name="Google Shape;272;p52"/>
          <p:cNvSpPr txBox="1">
            <a:spLocks noGrp="1"/>
          </p:cNvSpPr>
          <p:nvPr>
            <p:ph type="sldNum" idx="12"/>
          </p:nvPr>
        </p:nvSpPr>
        <p:spPr>
          <a:xfrm>
            <a:off x="10416480" y="6658074"/>
            <a:ext cx="1165920" cy="213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 sz="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 sz="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 sz="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 sz="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 sz="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 sz="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 sz="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 sz="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 sz="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VERSIÓN: 1.0</a:t>
            </a:r>
            <a:endParaRPr/>
          </a:p>
        </p:txBody>
      </p:sp>
      <p:sp>
        <p:nvSpPr>
          <p:cNvPr id="273" name="Google Shape;273;p52"/>
          <p:cNvSpPr txBox="1">
            <a:spLocks noGrp="1"/>
          </p:cNvSpPr>
          <p:nvPr>
            <p:ph type="ftr" idx="11"/>
          </p:nvPr>
        </p:nvSpPr>
        <p:spPr>
          <a:xfrm>
            <a:off x="5850880" y="6658074"/>
            <a:ext cx="1930400" cy="213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>
  <p:cSld name="Diapositiva de título"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5" name="Google Shape;275;p53"/>
          <p:cNvGraphicFramePr/>
          <p:nvPr/>
        </p:nvGraphicFramePr>
        <p:xfrm>
          <a:off x="-25400" y="749300"/>
          <a:ext cx="12217400" cy="53609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4" r:id="rId3" imgW="12217400" imgH="5360988" progId="">
                  <p:embed/>
                </p:oleObj>
              </mc:Choice>
              <mc:Fallback>
                <p:oleObj r:id="rId3" imgW="12217400" imgH="5360988" progId="">
                  <p:embed/>
                  <p:pic>
                    <p:nvPicPr>
                      <p:cNvPr id="275" name="Google Shape;275;p53"/>
                      <p:cNvPicPr preferRelativeResize="0"/>
                      <p:nvPr/>
                    </p:nvPicPr>
                    <p:blipFill rotWithShape="1">
                      <a:blip r:embed="rId4">
                        <a:alphaModFix/>
                      </a:blip>
                      <a:srcRect r="2678"/>
                      <a:stretch/>
                    </p:blipFill>
                    <p:spPr>
                      <a:xfrm>
                        <a:off x="-25400" y="749300"/>
                        <a:ext cx="12217400" cy="53609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" name="Google Shape;276;p53"/>
          <p:cNvSpPr/>
          <p:nvPr/>
        </p:nvSpPr>
        <p:spPr>
          <a:xfrm>
            <a:off x="4095751" y="2286000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7" name="Google Shape;277;p53" descr="pie de pagina espe.jp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5864226"/>
            <a:ext cx="12192000" cy="1065213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pic>
      <p:sp>
        <p:nvSpPr>
          <p:cNvPr id="278" name="Google Shape;278;p53"/>
          <p:cNvSpPr txBox="1">
            <a:spLocks noGrp="1"/>
          </p:cNvSpPr>
          <p:nvPr>
            <p:ph type="dt" idx="10"/>
          </p:nvPr>
        </p:nvSpPr>
        <p:spPr>
          <a:xfrm>
            <a:off x="513589" y="5661248"/>
            <a:ext cx="2702091" cy="216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279" name="Google Shape;279;p53"/>
          <p:cNvSpPr txBox="1">
            <a:spLocks noGrp="1"/>
          </p:cNvSpPr>
          <p:nvPr>
            <p:ph type="ftr" idx="11"/>
          </p:nvPr>
        </p:nvSpPr>
        <p:spPr>
          <a:xfrm>
            <a:off x="5850880" y="5662451"/>
            <a:ext cx="1930400" cy="213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280" name="Google Shape;280;p53"/>
          <p:cNvSpPr txBox="1">
            <a:spLocks noGrp="1"/>
          </p:cNvSpPr>
          <p:nvPr>
            <p:ph type="sldNum" idx="12"/>
          </p:nvPr>
        </p:nvSpPr>
        <p:spPr>
          <a:xfrm>
            <a:off x="10416480" y="5662451"/>
            <a:ext cx="1165920" cy="213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 sz="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 sz="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 sz="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 sz="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 sz="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 sz="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 sz="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 sz="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 sz="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VERSIÓN: </a:t>
            </a:r>
            <a:r>
              <a:rPr lang="es-ES" b="0"/>
              <a:t>1.1</a:t>
            </a:r>
            <a:endParaRPr/>
          </a:p>
        </p:txBody>
      </p:sp>
      <p:pic>
        <p:nvPicPr>
          <p:cNvPr id="281" name="Google Shape;281;p53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57469" y="222164"/>
            <a:ext cx="2976000" cy="5764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>
  <p:cSld name="Título y objetos"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74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–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–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»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»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»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»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»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84" name="Google Shape;284;p74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75"/>
          <p:cNvSpPr txBox="1"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0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87" name="Google Shape;287;p75"/>
          <p:cNvSpPr txBox="1"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76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90" name="Google Shape;290;p76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–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–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»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»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»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»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»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91" name="Google Shape;291;p76"/>
          <p:cNvSpPr txBox="1">
            <a:spLocks noGrp="1"/>
          </p:cNvSpPr>
          <p:nvPr>
            <p:ph type="body" idx="2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–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–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»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»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»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»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»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77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94" name="Google Shape;294;p77"/>
          <p:cNvSpPr txBox="1"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95" name="Google Shape;295;p77"/>
          <p:cNvSpPr txBox="1">
            <a:spLocks noGrp="1"/>
          </p:cNvSpPr>
          <p:nvPr>
            <p:ph type="body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–"/>
              <a:defRPr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96" name="Google Shape;296;p77"/>
          <p:cNvSpPr txBox="1">
            <a:spLocks noGrp="1"/>
          </p:cNvSpPr>
          <p:nvPr>
            <p:ph type="body" idx="3"/>
          </p:nvPr>
        </p:nvSpPr>
        <p:spPr>
          <a:xfrm>
            <a:off x="6193368" y="1535113"/>
            <a:ext cx="5389033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97" name="Google Shape;297;p77"/>
          <p:cNvSpPr txBox="1">
            <a:spLocks noGrp="1"/>
          </p:cNvSpPr>
          <p:nvPr>
            <p:ph type="body" idx="4"/>
          </p:nvPr>
        </p:nvSpPr>
        <p:spPr>
          <a:xfrm>
            <a:off x="6193368" y="2174875"/>
            <a:ext cx="5389033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–"/>
              <a:defRPr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ólo el título" type="titleOnly">
  <p:cSld name="TITLE_ONLY"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78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>
  <p:cSld name="En blanco"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0"/>
          <p:cNvSpPr txBox="1"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03" name="Google Shape;303;p80"/>
          <p:cNvSpPr txBox="1">
            <a:spLocks noGrp="1"/>
          </p:cNvSpPr>
          <p:nvPr>
            <p:ph type="body" idx="1"/>
          </p:nvPr>
        </p:nvSpPr>
        <p:spPr>
          <a:xfrm>
            <a:off x="4766733" y="273051"/>
            <a:ext cx="6815667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04" name="Google Shape;304;p80"/>
          <p:cNvSpPr txBox="1">
            <a:spLocks noGrp="1"/>
          </p:cNvSpPr>
          <p:nvPr>
            <p:ph type="body" idx="2"/>
          </p:nvPr>
        </p:nvSpPr>
        <p:spPr>
          <a:xfrm>
            <a:off x="609601" y="1435101"/>
            <a:ext cx="4011084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81"/>
          <p:cNvSpPr txBox="1"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07" name="Google Shape;307;p81"/>
          <p:cNvSpPr>
            <a:spLocks noGrp="1"/>
          </p:cNvSpPr>
          <p:nvPr>
            <p:ph type="pic" idx="2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308" name="Google Shape;308;p81"/>
          <p:cNvSpPr txBox="1">
            <a:spLocks noGrp="1"/>
          </p:cNvSpPr>
          <p:nvPr>
            <p:ph type="body" idx="1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82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11" name="Google Shape;311;p82"/>
          <p:cNvSpPr txBox="1">
            <a:spLocks noGrp="1"/>
          </p:cNvSpPr>
          <p:nvPr>
            <p:ph type="body" idx="1"/>
          </p:nvPr>
        </p:nvSpPr>
        <p:spPr>
          <a:xfrm rot="5400000">
            <a:off x="3833020" y="-1623218"/>
            <a:ext cx="4525963" cy="109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–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–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»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»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»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»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»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83"/>
          <p:cNvSpPr txBox="1">
            <a:spLocks noGrp="1"/>
          </p:cNvSpPr>
          <p:nvPr>
            <p:ph type="title"/>
          </p:nvPr>
        </p:nvSpPr>
        <p:spPr>
          <a:xfrm rot="5400000">
            <a:off x="7285039" y="1828801"/>
            <a:ext cx="5851525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1" i="1" u="none" strike="noStrike" cap="none">
                <a:solidFill>
                  <a:srgbClr val="FFFFC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14" name="Google Shape;314;p83"/>
          <p:cNvSpPr txBox="1">
            <a:spLocks noGrp="1"/>
          </p:cNvSpPr>
          <p:nvPr>
            <p:ph type="body" idx="1"/>
          </p:nvPr>
        </p:nvSpPr>
        <p:spPr>
          <a:xfrm rot="5400000">
            <a:off x="1697039" y="-812800"/>
            <a:ext cx="5851525" cy="80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–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–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»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»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»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»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»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32.xml"/><Relationship Id="rId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31.xml"/><Relationship Id="rId4" Type="http://schemas.openxmlformats.org/officeDocument/2006/relationships/slideLayout" Target="../slideLayouts/slideLayout25.xml"/><Relationship Id="rId9" Type="http://schemas.openxmlformats.org/officeDocument/2006/relationships/slideLayout" Target="../slideLayouts/slideLayout30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  <a:defRPr sz="4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4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4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4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4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E8E8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51"/>
          <p:cNvSpPr/>
          <p:nvPr/>
        </p:nvSpPr>
        <p:spPr>
          <a:xfrm>
            <a:off x="0" y="1"/>
            <a:ext cx="12192000" cy="620713"/>
          </a:xfrm>
          <a:prstGeom prst="rect">
            <a:avLst/>
          </a:prstGeom>
          <a:gradFill>
            <a:gsLst>
              <a:gs pos="0">
                <a:schemeClr val="lt1"/>
              </a:gs>
              <a:gs pos="100000">
                <a:srgbClr val="9EB786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51"/>
          <p:cNvSpPr/>
          <p:nvPr/>
        </p:nvSpPr>
        <p:spPr>
          <a:xfrm rot="10800000">
            <a:off x="1" y="6308726"/>
            <a:ext cx="10513484" cy="549275"/>
          </a:xfrm>
          <a:prstGeom prst="rect">
            <a:avLst/>
          </a:prstGeom>
          <a:gradFill>
            <a:gsLst>
              <a:gs pos="0">
                <a:schemeClr val="lt1"/>
              </a:gs>
              <a:gs pos="100000">
                <a:srgbClr val="9EB786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endParaRPr sz="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4" name="Google Shape;264;p51"/>
          <p:cNvCxnSpPr/>
          <p:nvPr/>
        </p:nvCxnSpPr>
        <p:spPr>
          <a:xfrm>
            <a:off x="33868" y="6235700"/>
            <a:ext cx="8879417" cy="0"/>
          </a:xfrm>
          <a:prstGeom prst="straightConnector1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65" name="Google Shape;265;p51"/>
          <p:cNvCxnSpPr/>
          <p:nvPr/>
        </p:nvCxnSpPr>
        <p:spPr>
          <a:xfrm>
            <a:off x="33868" y="6283325"/>
            <a:ext cx="8879417" cy="0"/>
          </a:xfrm>
          <a:prstGeom prst="straightConnector1">
            <a:avLst/>
          </a:prstGeom>
          <a:noFill/>
          <a:ln w="38100" cap="flat" cmpd="sng">
            <a:solidFill>
              <a:srgbClr val="0066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6" name="Google Shape;266;p51"/>
          <p:cNvSpPr txBox="1">
            <a:spLocks noGrp="1"/>
          </p:cNvSpPr>
          <p:nvPr>
            <p:ph type="dt" idx="10"/>
          </p:nvPr>
        </p:nvSpPr>
        <p:spPr>
          <a:xfrm>
            <a:off x="513589" y="6656871"/>
            <a:ext cx="2702091" cy="216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67" name="Google Shape;267;p51"/>
          <p:cNvSpPr txBox="1">
            <a:spLocks noGrp="1"/>
          </p:cNvSpPr>
          <p:nvPr>
            <p:ph type="ftr" idx="11"/>
          </p:nvPr>
        </p:nvSpPr>
        <p:spPr>
          <a:xfrm>
            <a:off x="5850880" y="6658074"/>
            <a:ext cx="1930400" cy="213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68" name="Google Shape;268;p51"/>
          <p:cNvSpPr txBox="1">
            <a:spLocks noGrp="1"/>
          </p:cNvSpPr>
          <p:nvPr>
            <p:ph type="sldNum" idx="12"/>
          </p:nvPr>
        </p:nvSpPr>
        <p:spPr>
          <a:xfrm>
            <a:off x="10416480" y="6658074"/>
            <a:ext cx="1165920" cy="213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 sz="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 sz="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 sz="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 sz="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 sz="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 sz="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 sz="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 sz="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 sz="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VERSIÓN: </a:t>
            </a:r>
            <a:r>
              <a:rPr lang="es-ES" b="0"/>
              <a:t>1.1</a:t>
            </a:r>
            <a:endParaRPr sz="1400" b="0">
              <a:solidFill>
                <a:srgbClr val="000000"/>
              </a:solidFill>
            </a:endParaRPr>
          </a:p>
        </p:txBody>
      </p:sp>
      <p:pic>
        <p:nvPicPr>
          <p:cNvPr id="269" name="Google Shape;269;p51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933619" y="5981170"/>
            <a:ext cx="2976000" cy="576448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  <p:sldLayoutId id="2147483682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slide" Target="slide14.xml"/><Relationship Id="rId3" Type="http://schemas.openxmlformats.org/officeDocument/2006/relationships/slide" Target="slide3.xml"/><Relationship Id="rId7" Type="http://schemas.openxmlformats.org/officeDocument/2006/relationships/slide" Target="slide15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2.xml"/><Relationship Id="rId6" Type="http://schemas.openxmlformats.org/officeDocument/2006/relationships/slide" Target="slide9.xml"/><Relationship Id="rId5" Type="http://schemas.openxmlformats.org/officeDocument/2006/relationships/slide" Target="slide5.xml"/><Relationship Id="rId10" Type="http://schemas.openxmlformats.org/officeDocument/2006/relationships/image" Target="../media/image6.png"/><Relationship Id="rId4" Type="http://schemas.openxmlformats.org/officeDocument/2006/relationships/slide" Target="slide4.xml"/><Relationship Id="rId9" Type="http://schemas.openxmlformats.org/officeDocument/2006/relationships/slide" Target="slide1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0" name="Google Shape;320;p1" descr="primer plano de una niña escribiendo&#10;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0" y="19775"/>
            <a:ext cx="12192001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1"/>
          <p:cNvSpPr txBox="1">
            <a:spLocks noGrp="1"/>
          </p:cNvSpPr>
          <p:nvPr>
            <p:ph type="ctrTitle"/>
          </p:nvPr>
        </p:nvSpPr>
        <p:spPr>
          <a:xfrm>
            <a:off x="1169152" y="2330200"/>
            <a:ext cx="11081100" cy="127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None/>
            </a:pPr>
            <a:r>
              <a:rPr lang="es-ES"/>
              <a:t>UNIVERSIDAD DE LAS</a:t>
            </a:r>
            <a:endParaRPr/>
          </a:p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None/>
            </a:pPr>
            <a:r>
              <a:rPr lang="es-ES"/>
              <a:t> FUERZAS ARMADAS  ESPE</a:t>
            </a:r>
            <a:endParaRPr/>
          </a:p>
        </p:txBody>
      </p:sp>
      <p:cxnSp>
        <p:nvCxnSpPr>
          <p:cNvPr id="322" name="Google Shape;322;p1"/>
          <p:cNvCxnSpPr/>
          <p:nvPr/>
        </p:nvCxnSpPr>
        <p:spPr>
          <a:xfrm>
            <a:off x="965821" y="1902810"/>
            <a:ext cx="0" cy="153420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323" name="Google Shape;323;p1"/>
          <p:cNvCxnSpPr/>
          <p:nvPr/>
        </p:nvCxnSpPr>
        <p:spPr>
          <a:xfrm rot="10800000">
            <a:off x="4245428" y="5655432"/>
            <a:ext cx="3318888" cy="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24" name="Google Shape;324;p1"/>
          <p:cNvSpPr txBox="1"/>
          <p:nvPr/>
        </p:nvSpPr>
        <p:spPr>
          <a:xfrm>
            <a:off x="8672666" y="5375700"/>
            <a:ext cx="60066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s-ES"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NIVELACIÓN</a:t>
            </a:r>
            <a:endParaRPr sz="2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s-ES"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Asignatura OFIMÁTICA </a:t>
            </a:r>
            <a:endParaRPr sz="2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5" name="Google Shape;325;p1"/>
          <p:cNvPicPr preferRelativeResize="0"/>
          <p:nvPr/>
        </p:nvPicPr>
        <p:blipFill rotWithShape="1">
          <a:blip r:embed="rId4">
            <a:alphaModFix/>
          </a:blip>
          <a:srcRect t="9614" b="8492"/>
          <a:stretch/>
        </p:blipFill>
        <p:spPr>
          <a:xfrm>
            <a:off x="7564325" y="0"/>
            <a:ext cx="4627674" cy="976675"/>
          </a:xfrm>
          <a:prstGeom prst="rect">
            <a:avLst/>
          </a:prstGeom>
          <a:noFill/>
          <a:ln>
            <a:noFill/>
          </a:ln>
          <a:effectLst>
            <a:outerShdw blurRad="442913" dist="180975" dir="5400000" algn="bl" rotWithShape="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"/>
          <p:cNvSpPr txBox="1">
            <a:spLocks noGrp="1"/>
          </p:cNvSpPr>
          <p:nvPr>
            <p:ph type="sldNum" idx="12"/>
          </p:nvPr>
        </p:nvSpPr>
        <p:spPr>
          <a:xfrm>
            <a:off x="10416480" y="6658074"/>
            <a:ext cx="1165800" cy="2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r>
              <a:rPr lang="es-ES"/>
              <a:t>VERSIÓN: 1.0</a:t>
            </a:r>
            <a:endParaRPr/>
          </a:p>
        </p:txBody>
      </p:sp>
      <p:sp>
        <p:nvSpPr>
          <p:cNvPr id="332" name="Google Shape;332;p3"/>
          <p:cNvSpPr txBox="1"/>
          <p:nvPr/>
        </p:nvSpPr>
        <p:spPr>
          <a:xfrm>
            <a:off x="2913355" y="2324641"/>
            <a:ext cx="6365400" cy="161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s-ES" sz="3600" b="1" i="0" u="none" strike="noStrike" cap="none" dirty="0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TEMA </a:t>
            </a:r>
            <a:r>
              <a:rPr lang="es-ES" sz="3600" b="1" i="0" u="none" strike="noStrike" cap="none" dirty="0" smtClean="0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2: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s-EC" sz="3600" b="1" i="0" u="none" strike="noStrike" cap="none" dirty="0" smtClean="0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TABLAS Y GRÁFICOS DINÁMICOS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4"/>
          <p:cNvSpPr txBox="1">
            <a:spLocks noGrp="1"/>
          </p:cNvSpPr>
          <p:nvPr>
            <p:ph type="body" idx="1"/>
          </p:nvPr>
        </p:nvSpPr>
        <p:spPr>
          <a:xfrm flipH="1">
            <a:off x="12145963" y="3059113"/>
            <a:ext cx="46037" cy="714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4"/>
          <p:cNvSpPr txBox="1"/>
          <p:nvPr/>
        </p:nvSpPr>
        <p:spPr>
          <a:xfrm>
            <a:off x="2940800" y="106025"/>
            <a:ext cx="5062200" cy="9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3600"/>
              <a:buFont typeface="Arial"/>
              <a:buNone/>
            </a:pPr>
            <a:r>
              <a:rPr lang="es-ES" sz="3400" b="1" i="0" u="none" strike="noStrike" cap="none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0. CONTENIDOS</a:t>
            </a:r>
            <a:endParaRPr sz="3400" b="1" i="0" u="none" strike="noStrike" cap="none">
              <a:solidFill>
                <a:srgbClr val="00B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41" name="Google Shape;341;p4"/>
          <p:cNvGraphicFramePr/>
          <p:nvPr>
            <p:extLst>
              <p:ext uri="{D42A27DB-BD31-4B8C-83A1-F6EECF244321}">
                <p14:modId xmlns:p14="http://schemas.microsoft.com/office/powerpoint/2010/main" val="780977821"/>
              </p:ext>
            </p:extLst>
          </p:nvPr>
        </p:nvGraphicFramePr>
        <p:xfrm>
          <a:off x="2163490" y="716247"/>
          <a:ext cx="6604750" cy="5425580"/>
        </p:xfrm>
        <a:graphic>
          <a:graphicData uri="http://schemas.openxmlformats.org/drawingml/2006/table">
            <a:tbl>
              <a:tblPr firstRow="1" bandRow="1">
                <a:noFill/>
                <a:tableStyleId>{4E668A3A-43F3-486C-AC8A-883A90ED3EB0}</a:tableStyleId>
              </a:tblPr>
              <a:tblGrid>
                <a:gridCol w="4381850"/>
                <a:gridCol w="2222900"/>
              </a:tblGrid>
              <a:tr h="3320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es-ES" sz="1700" u="none" strike="noStrike" cap="none" dirty="0">
                          <a:solidFill>
                            <a:schemeClr val="dk1"/>
                          </a:solidFill>
                        </a:rPr>
                        <a:t>Componente</a:t>
                      </a:r>
                      <a:endParaRPr sz="1700" u="none" strike="noStrike" cap="none" dirty="0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es-ES" sz="1700" u="none" strike="noStrike" cap="none">
                          <a:solidFill>
                            <a:schemeClr val="dk1"/>
                          </a:solidFill>
                        </a:rPr>
                        <a:t>Diapositiva</a:t>
                      </a:r>
                      <a:endParaRPr sz="17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320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es-ES" sz="1700" u="none" strike="noStrike" cap="none"/>
                        <a:t>0. Contenidos</a:t>
                      </a:r>
                      <a:endParaRPr sz="17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es-ES" sz="1700" u="sng">
                          <a:solidFill>
                            <a:schemeClr val="hlink"/>
                          </a:solidFill>
                          <a:hlinkClick r:id="rId3" action="ppaction://hlinksldjump"/>
                        </a:rPr>
                        <a:t>3</a:t>
                      </a:r>
                      <a:endParaRPr sz="170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320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es-ES" sz="1700" u="none" strike="noStrike" cap="none" dirty="0">
                          <a:solidFill>
                            <a:schemeClr val="dk1"/>
                          </a:solidFill>
                        </a:rPr>
                        <a:t>1. </a:t>
                      </a:r>
                      <a:r>
                        <a:rPr lang="es-ES" sz="1700" u="none" strike="noStrike" cap="none" dirty="0" smtClean="0">
                          <a:solidFill>
                            <a:schemeClr val="dk1"/>
                          </a:solidFill>
                        </a:rPr>
                        <a:t>Tablas Dinámicas</a:t>
                      </a:r>
                      <a:endParaRPr sz="1700" u="none" strike="noStrike" cap="none" dirty="0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es-ES" sz="1700" u="sng">
                          <a:solidFill>
                            <a:schemeClr val="hlink"/>
                          </a:solidFill>
                          <a:hlinkClick r:id="rId4" action="ppaction://hlinksldjump"/>
                        </a:rPr>
                        <a:t>4</a:t>
                      </a:r>
                      <a:endParaRPr sz="17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320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es-ES" sz="1700" u="none" strike="noStrike" cap="none" dirty="0">
                          <a:solidFill>
                            <a:schemeClr val="dk1"/>
                          </a:solidFill>
                        </a:rPr>
                        <a:t>2. </a:t>
                      </a:r>
                      <a:r>
                        <a:rPr lang="es-MX" sz="1700" u="none" strike="noStrike" cap="none" dirty="0" smtClean="0">
                          <a:solidFill>
                            <a:schemeClr val="dk1"/>
                          </a:solidFill>
                        </a:rPr>
                        <a:t>Cambios en una tabla dinámica</a:t>
                      </a:r>
                      <a:endParaRPr sz="1700" u="none" strike="noStrike" cap="none" dirty="0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es-ES" sz="1700" u="sng">
                          <a:solidFill>
                            <a:schemeClr val="hlink"/>
                          </a:solidFill>
                          <a:hlinkClick r:id="rId5" action="ppaction://hlinksldjump"/>
                        </a:rPr>
                        <a:t>5</a:t>
                      </a:r>
                      <a:endParaRPr sz="17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320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1700" u="none" strike="noStrike" cap="none" dirty="0"/>
                        <a:t>3</a:t>
                      </a:r>
                      <a:r>
                        <a:rPr lang="es-ES" sz="1700" u="none" strike="noStrike" cap="none" dirty="0">
                          <a:solidFill>
                            <a:schemeClr val="dk1"/>
                          </a:solidFill>
                        </a:rPr>
                        <a:t>. </a:t>
                      </a:r>
                      <a:r>
                        <a:rPr lang="es-ES" sz="1700" u="none" strike="noStrike" cap="none" dirty="0" smtClean="0">
                          <a:solidFill>
                            <a:schemeClr val="dk1"/>
                          </a:solidFill>
                        </a:rPr>
                        <a:t>Filtrados</a:t>
                      </a:r>
                      <a:endParaRPr sz="1700" u="none" strike="noStrike" cap="none" dirty="0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es-ES" sz="1700" u="sng" strike="noStrike" cap="none">
                          <a:solidFill>
                            <a:schemeClr val="hlink"/>
                          </a:solidFill>
                          <a:hlinkClick r:id="rId6" action="ppaction://hlinksldjump"/>
                        </a:rPr>
                        <a:t>7</a:t>
                      </a:r>
                      <a:endParaRPr sz="170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320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1700" u="none" strike="noStrike" cap="none" dirty="0"/>
                        <a:t>4</a:t>
                      </a:r>
                      <a:r>
                        <a:rPr lang="es-ES" sz="1700" u="none" strike="noStrike" cap="none" dirty="0">
                          <a:solidFill>
                            <a:schemeClr val="dk1"/>
                          </a:solidFill>
                        </a:rPr>
                        <a:t>. </a:t>
                      </a:r>
                      <a:r>
                        <a:rPr lang="es-ES" sz="1700" u="none" strike="noStrike" cap="none" dirty="0" smtClean="0">
                          <a:solidFill>
                            <a:schemeClr val="dk1"/>
                          </a:solidFill>
                        </a:rPr>
                        <a:t>Opciones de tabla</a:t>
                      </a:r>
                      <a:endParaRPr sz="1700" u="none" strike="noStrike" cap="none" dirty="0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es-ES" sz="1700" u="sng" strike="noStrike" cap="none">
                          <a:solidFill>
                            <a:schemeClr val="hlink"/>
                          </a:solidFill>
                          <a:hlinkClick r:id="rId7" action="ppaction://hlinksldjump"/>
                        </a:rPr>
                        <a:t>13</a:t>
                      </a:r>
                      <a:endParaRPr sz="170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320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1700" u="none" strike="noStrike" cap="none" dirty="0" smtClean="0"/>
                        <a:t>5. Configuración de campo</a:t>
                      </a:r>
                      <a:endParaRPr sz="1700" u="none" strike="noStrike" cap="none" dirty="0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es-ES" sz="1700" u="sng" strike="noStrike" cap="none">
                          <a:solidFill>
                            <a:schemeClr val="hlink"/>
                          </a:solidFill>
                          <a:hlinkClick r:id="" action="ppaction://noaction"/>
                        </a:rPr>
                        <a:t>17</a:t>
                      </a:r>
                      <a:endParaRPr sz="170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320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es-ES" sz="1700" u="none" strike="noStrike" cap="none" dirty="0"/>
                        <a:t>6. </a:t>
                      </a:r>
                      <a:r>
                        <a:rPr lang="es-ES" sz="1700" u="none" strike="noStrike" cap="none" dirty="0" smtClean="0"/>
                        <a:t>Otras operaciones</a:t>
                      </a:r>
                      <a:endParaRPr sz="1700" u="none" strike="noStrike" cap="none" dirty="0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es-ES" sz="1700" u="sng" strike="noStrike" cap="none">
                          <a:solidFill>
                            <a:schemeClr val="hlink"/>
                          </a:solidFill>
                          <a:hlinkClick r:id="" action="ppaction://noaction"/>
                        </a:rPr>
                        <a:t>18</a:t>
                      </a:r>
                      <a:endParaRPr sz="170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320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1700" u="none" strike="noStrike" cap="none" dirty="0"/>
                        <a:t>7. </a:t>
                      </a:r>
                      <a:r>
                        <a:rPr lang="es-ES" sz="1700" u="none" strike="noStrike" cap="none" dirty="0" smtClean="0"/>
                        <a:t>Subtotales</a:t>
                      </a: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es-ES" sz="1700" u="sng" strike="noStrike" cap="none">
                          <a:solidFill>
                            <a:schemeClr val="hlink"/>
                          </a:solidFill>
                          <a:hlinkClick r:id="rId8" action="ppaction://hlinksldjump"/>
                        </a:rPr>
                        <a:t>27</a:t>
                      </a:r>
                      <a:endParaRPr sz="170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320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1700" u="none" strike="noStrike" cap="none" dirty="0"/>
                        <a:t>8. </a:t>
                      </a:r>
                      <a:r>
                        <a:rPr lang="es-ES" sz="1700" u="none" strike="noStrike" cap="none" dirty="0" smtClean="0"/>
                        <a:t>Gráficos dinámicos</a:t>
                      </a:r>
                      <a:endParaRPr sz="1700" u="none" strike="noStrike" cap="none" dirty="0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es-ES" sz="1700" u="sng" strike="noStrike" cap="none">
                          <a:solidFill>
                            <a:schemeClr val="hlink"/>
                          </a:solidFill>
                          <a:hlinkClick r:id="rId7" action="ppaction://hlinksldjump"/>
                        </a:rPr>
                        <a:t>28</a:t>
                      </a:r>
                      <a:endParaRPr sz="170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577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1700" u="none" strike="noStrike" cap="none" dirty="0"/>
                        <a:t>9. </a:t>
                      </a:r>
                      <a:r>
                        <a:rPr lang="es-ES" sz="1700" u="none" strike="noStrike" cap="none" dirty="0" smtClean="0"/>
                        <a:t>Ejercicio</a:t>
                      </a:r>
                      <a:r>
                        <a:rPr lang="es-ES" sz="1700" u="none" strike="noStrike" cap="none" baseline="0" dirty="0" smtClean="0"/>
                        <a:t> 1</a:t>
                      </a:r>
                      <a:endParaRPr sz="1700" u="none" strike="noStrike" cap="none" dirty="0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Arial"/>
                        <a:buNone/>
                      </a:pPr>
                      <a:r>
                        <a:rPr lang="es-ES" sz="1700" u="sng" strike="noStrike" cap="none">
                          <a:solidFill>
                            <a:schemeClr val="hlink"/>
                          </a:solidFill>
                          <a:hlinkClick r:id="" action="ppaction://noaction"/>
                        </a:rPr>
                        <a:t>29</a:t>
                      </a:r>
                      <a:endParaRPr sz="1700" u="none" strike="noStrike" cap="none"/>
                    </a:p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endParaRPr sz="170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320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es-ES" sz="1700" u="none" strike="noStrike" cap="none" dirty="0"/>
                        <a:t>10. </a:t>
                      </a:r>
                      <a:r>
                        <a:rPr lang="es-ES" sz="1700" u="none" strike="noStrike" cap="none" dirty="0" smtClean="0"/>
                        <a:t>Ejercicio 2</a:t>
                      </a:r>
                      <a:endParaRPr sz="1700" u="none" strike="noStrike" cap="none" dirty="0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es-ES" sz="1700" u="sng" strike="noStrike" cap="none">
                          <a:solidFill>
                            <a:schemeClr val="hlink"/>
                          </a:solidFill>
                          <a:hlinkClick r:id="" action="ppaction://noaction"/>
                        </a:rPr>
                        <a:t>35</a:t>
                      </a:r>
                      <a:endParaRPr sz="170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577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1700" u="none" strike="noStrike" cap="none" dirty="0"/>
                        <a:t>11. Ejercicio </a:t>
                      </a:r>
                      <a:r>
                        <a:rPr lang="es-ES" sz="1700" u="none" strike="noStrike" cap="none" dirty="0" smtClean="0"/>
                        <a:t>3**</a:t>
                      </a:r>
                      <a:endParaRPr sz="17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endParaRPr sz="1700" u="none" strike="noStrike" cap="none" dirty="0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es-ES" sz="1700" u="sng" strike="noStrike" cap="none">
                          <a:solidFill>
                            <a:schemeClr val="hlink"/>
                          </a:solidFill>
                          <a:hlinkClick r:id="" action="ppaction://noaction"/>
                        </a:rPr>
                        <a:t>43</a:t>
                      </a:r>
                      <a:endParaRPr sz="170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320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es-ES" sz="1700" u="none" strike="noStrike" cap="none" dirty="0"/>
                        <a:t>12. Ejercicio </a:t>
                      </a:r>
                      <a:r>
                        <a:rPr lang="es-ES" sz="1700" u="none" strike="noStrike" cap="none" dirty="0" smtClean="0"/>
                        <a:t>4**</a:t>
                      </a:r>
                      <a:endParaRPr sz="1700" u="none" strike="noStrike" cap="none" dirty="0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lang="es-ES" sz="1700" u="sng" strike="noStrike" cap="none" dirty="0">
                          <a:solidFill>
                            <a:schemeClr val="hlink"/>
                          </a:solidFill>
                          <a:hlinkClick r:id="rId9" action="ppaction://hlinksldjump"/>
                        </a:rPr>
                        <a:t>44</a:t>
                      </a:r>
                      <a:endParaRPr sz="1700" u="none" strike="noStrike" cap="none" dirty="0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  <p:pic>
        <p:nvPicPr>
          <p:cNvPr id="2050" name="Picture 2" descr="Archivo:Microsoft Excel 2013-2019 logo.svg - Wikipedia, la enciclopedia  libre"/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7357" y="4371976"/>
            <a:ext cx="1546508" cy="14601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5"/>
          <p:cNvSpPr txBox="1">
            <a:spLocks noGrp="1"/>
          </p:cNvSpPr>
          <p:nvPr>
            <p:ph type="title"/>
          </p:nvPr>
        </p:nvSpPr>
        <p:spPr>
          <a:xfrm>
            <a:off x="2944085" y="0"/>
            <a:ext cx="6303830" cy="925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lang="es-ES" sz="3400" b="1" i="0" u="none" strike="noStrike" cap="none" dirty="0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1. </a:t>
            </a:r>
            <a:r>
              <a:rPr lang="es-ES" sz="3400" b="1" i="0" u="none" strike="noStrike" cap="none" dirty="0" smtClean="0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TABLAS DINÁMICAS</a:t>
            </a:r>
            <a:endParaRPr sz="3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5"/>
          <p:cNvSpPr txBox="1"/>
          <p:nvPr/>
        </p:nvSpPr>
        <p:spPr>
          <a:xfrm>
            <a:off x="575316" y="1000046"/>
            <a:ext cx="6173100" cy="163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s-ES" sz="20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Es </a:t>
            </a:r>
            <a:r>
              <a:rPr lang="es-ES" sz="2000" b="0" i="0" u="none" strike="noStrike" cap="none" dirty="0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una herramienta que permite: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lvl="0" indent="-3175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s-ES" sz="2000" dirty="0" smtClean="0">
                <a:solidFill>
                  <a:schemeClr val="dk1"/>
                </a:solidFill>
              </a:rPr>
              <a:t>Resumir </a:t>
            </a:r>
            <a:r>
              <a:rPr lang="es-MX" sz="2000" dirty="0" smtClean="0"/>
              <a:t>y </a:t>
            </a:r>
            <a:r>
              <a:rPr lang="es-MX" sz="2000" dirty="0"/>
              <a:t>analizar grandes conjuntos de datos de forma </a:t>
            </a:r>
            <a:r>
              <a:rPr lang="es-MX" sz="2000" dirty="0" smtClean="0"/>
              <a:t>interactiva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lvl="0" indent="-3175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s-MX" sz="2000" dirty="0"/>
              <a:t>A</a:t>
            </a:r>
            <a:r>
              <a:rPr lang="es-MX" sz="2000" dirty="0" smtClean="0"/>
              <a:t>grupar </a:t>
            </a:r>
            <a:r>
              <a:rPr lang="es-MX" sz="2000" dirty="0"/>
              <a:t>datos, calcular estadísticas y crear </a:t>
            </a:r>
            <a:r>
              <a:rPr lang="es-MX" sz="2000" dirty="0" smtClean="0"/>
              <a:t>visualizaciones</a:t>
            </a:r>
            <a:endParaRPr sz="20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50" name="Picture 2" descr="Archivo:Microsoft Office Excel (2019–present).svg - Wikipedia, la  enciclopedia lib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1249301">
            <a:off x="8663156" y="1479329"/>
            <a:ext cx="847590" cy="789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Kolaborasi Mudah! Begini Cara Membuat Google Sheets Bisa Diedit Semua Orang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685" t="5146" r="26238" b="10973"/>
          <a:stretch/>
        </p:blipFill>
        <p:spPr bwMode="auto">
          <a:xfrm>
            <a:off x="9852621" y="1397819"/>
            <a:ext cx="971112" cy="9117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Creación de tablas dinámicas | Tablas dinámicas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1115055">
            <a:off x="6634946" y="2670554"/>
            <a:ext cx="5329327" cy="274375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6261" y="2631221"/>
            <a:ext cx="4518299" cy="357789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ransition spd="slow">
    <p:push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84"/>
          <p:cNvSpPr txBox="1"/>
          <p:nvPr/>
        </p:nvSpPr>
        <p:spPr>
          <a:xfrm>
            <a:off x="1809750" y="0"/>
            <a:ext cx="8963025" cy="563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lang="es-ES" sz="3400" b="1" i="0" u="none" strike="noStrike" cap="none" dirty="0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2. </a:t>
            </a:r>
            <a:r>
              <a:rPr lang="es-ES" sz="3400" b="1" i="0" u="none" strike="noStrike" cap="none" dirty="0" smtClean="0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CAMBIOS EN UNA TABLA DINÁMICA</a:t>
            </a:r>
            <a:endParaRPr sz="3400" b="1" i="0" u="none" strike="noStrike" cap="none" dirty="0">
              <a:solidFill>
                <a:srgbClr val="00B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343" y="1973267"/>
            <a:ext cx="6282564" cy="35784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4" name="Google Shape;352;p5"/>
          <p:cNvSpPr txBox="1"/>
          <p:nvPr/>
        </p:nvSpPr>
        <p:spPr>
          <a:xfrm>
            <a:off x="1268343" y="989018"/>
            <a:ext cx="10171181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dk1"/>
              </a:buClr>
              <a:buSzPts val="2400"/>
            </a:pPr>
            <a:r>
              <a:rPr lang="es-MX" sz="2000" dirty="0" smtClean="0"/>
              <a:t>Los </a:t>
            </a:r>
            <a:r>
              <a:rPr lang="es-MX" sz="2000" dirty="0"/>
              <a:t>cambios se realizan principalmente para actualizar los datos subyacentes, modificar el diseño o cambiar la forma en que se resumen los datos</a:t>
            </a:r>
            <a:endParaRPr sz="20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394;p7"/>
          <p:cNvSpPr/>
          <p:nvPr/>
        </p:nvSpPr>
        <p:spPr>
          <a:xfrm>
            <a:off x="8265424" y="3455701"/>
            <a:ext cx="3174100" cy="613615"/>
          </a:xfrm>
          <a:prstGeom prst="rect">
            <a:avLst/>
          </a:prstGeom>
          <a:solidFill>
            <a:srgbClr val="C00000"/>
          </a:solidFill>
          <a:ln>
            <a:noFill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s-ES" sz="14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Nota </a:t>
            </a:r>
            <a:r>
              <a:rPr lang="es-ES" sz="1400" b="1" i="0" u="none" strike="noStrike" cap="none" dirty="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es-MX" dirty="0">
                <a:solidFill>
                  <a:schemeClr val="bg1"/>
                </a:solidFill>
              </a:rPr>
              <a:t>Se pueden cambiar los datos de origen o mover la tabla a otra hoja.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84"/>
          <p:cNvSpPr txBox="1"/>
          <p:nvPr/>
        </p:nvSpPr>
        <p:spPr>
          <a:xfrm>
            <a:off x="1905000" y="0"/>
            <a:ext cx="8867775" cy="563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lang="es-ES" sz="3400" b="1" i="0" u="none" strike="noStrike" cap="none" dirty="0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2. </a:t>
            </a:r>
            <a:r>
              <a:rPr lang="es-ES" sz="3400" b="1" i="0" u="none" strike="noStrike" cap="none" dirty="0" smtClean="0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CAMBIOS EN UNA TABLA DINÁMICA</a:t>
            </a:r>
            <a:endParaRPr sz="3400" b="1" i="0" u="none" strike="noStrike" cap="none" dirty="0">
              <a:solidFill>
                <a:srgbClr val="00B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352;p5"/>
          <p:cNvSpPr txBox="1"/>
          <p:nvPr/>
        </p:nvSpPr>
        <p:spPr>
          <a:xfrm>
            <a:off x="327786" y="1003781"/>
            <a:ext cx="11864214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dk1"/>
              </a:buClr>
              <a:buSzPts val="2400"/>
            </a:pPr>
            <a:r>
              <a:rPr lang="es-MX" sz="2000" dirty="0"/>
              <a:t>Para actualizar los datos, se debe seleccionar la tabla dinámica y luego, en la pestaña "Tabla dinámica", seleccionar "Actualizar". Para cambiar el diseño, se pueden mover campos entre diferentes áreas (filas, columnas, valores), cambiar la presentación de subtotales, o modificar el formato de los número</a:t>
            </a:r>
            <a:endParaRPr sz="20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075" y="2296871"/>
            <a:ext cx="11591926" cy="354063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06609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84"/>
          <p:cNvSpPr txBox="1"/>
          <p:nvPr/>
        </p:nvSpPr>
        <p:spPr>
          <a:xfrm>
            <a:off x="1905000" y="0"/>
            <a:ext cx="8867775" cy="563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lang="es-ES" sz="3400" b="1" i="0" u="none" strike="noStrike" cap="none" dirty="0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2. </a:t>
            </a:r>
            <a:r>
              <a:rPr lang="es-ES" sz="3400" b="1" i="0" u="none" strike="noStrike" cap="none" dirty="0" smtClean="0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CAMBIOS EN UNA TABLA DINÁMICA</a:t>
            </a:r>
            <a:endParaRPr sz="3400" b="1" i="0" u="none" strike="noStrike" cap="none" dirty="0">
              <a:solidFill>
                <a:srgbClr val="00B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352;p5"/>
          <p:cNvSpPr txBox="1"/>
          <p:nvPr/>
        </p:nvSpPr>
        <p:spPr>
          <a:xfrm>
            <a:off x="327786" y="822806"/>
            <a:ext cx="11864214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dk1"/>
              </a:buClr>
              <a:buSzPts val="2400"/>
            </a:pPr>
            <a:r>
              <a:rPr lang="es-MX" sz="2000" dirty="0"/>
              <a:t>Para actualizar los datos, se debe seleccionar la tabla dinámica y luego, en la pestaña "Tabla dinámica", seleccionar "Actualizar". Para cambiar el diseño, se pueden mover campos entre diferentes áreas (filas, columnas, valores), cambiar la presentación de subtotales, o modificar el formato de los número</a:t>
            </a:r>
            <a:endParaRPr sz="20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0" y="1894991"/>
            <a:ext cx="7943850" cy="39740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941805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356a831723d_0_0"/>
          <p:cNvSpPr txBox="1">
            <a:spLocks noGrp="1"/>
          </p:cNvSpPr>
          <p:nvPr>
            <p:ph type="sldNum" idx="12"/>
          </p:nvPr>
        </p:nvSpPr>
        <p:spPr>
          <a:xfrm>
            <a:off x="10416480" y="6658074"/>
            <a:ext cx="1165800" cy="2136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r>
              <a:rPr lang="es-ES"/>
              <a:t>VERSIÓN: 1.0</a:t>
            </a:r>
            <a:endParaRPr/>
          </a:p>
        </p:txBody>
      </p:sp>
      <p:sp>
        <p:nvSpPr>
          <p:cNvPr id="382" name="Google Shape;382;g356a831723d_0_0"/>
          <p:cNvSpPr txBox="1"/>
          <p:nvPr/>
        </p:nvSpPr>
        <p:spPr>
          <a:xfrm>
            <a:off x="3263861" y="48175"/>
            <a:ext cx="5664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lang="es-ES" sz="3400" b="1" i="0" u="none" strike="noStrike" cap="none" dirty="0" smtClean="0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3. FILTRADOS</a:t>
            </a:r>
            <a:endParaRPr sz="3400" b="1" i="0" u="none" strike="noStrike" cap="none" dirty="0">
              <a:solidFill>
                <a:srgbClr val="00B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g356a831723d_0_0"/>
          <p:cNvSpPr txBox="1"/>
          <p:nvPr/>
        </p:nvSpPr>
        <p:spPr>
          <a:xfrm>
            <a:off x="6520905" y="1304925"/>
            <a:ext cx="5175795" cy="37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s-MX" sz="2000" dirty="0"/>
              <a:t>Permiten mostrar solo datos </a:t>
            </a:r>
            <a:r>
              <a:rPr lang="es-MX" sz="2000" dirty="0" smtClean="0"/>
              <a:t>específicos. Se </a:t>
            </a:r>
            <a:r>
              <a:rPr lang="es-MX" sz="2000" dirty="0"/>
              <a:t>usan los filtros de fila o columna en la tabla </a:t>
            </a:r>
            <a:r>
              <a:rPr lang="es-MX" sz="2000" dirty="0" smtClean="0"/>
              <a:t>dinámica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sz="2000" dirty="0"/>
              <a:t>Filtros generales: aplicados desde encabezados de columnas</a:t>
            </a:r>
            <a:r>
              <a:rPr lang="es-MX" sz="2000" dirty="0" smtClean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sz="2000" dirty="0" smtClean="0"/>
              <a:t>Segmentaciones: filtros </a:t>
            </a:r>
            <a:r>
              <a:rPr lang="es-MX" sz="2000" dirty="0"/>
              <a:t>visuales que permiten seleccionar valores con un clic</a:t>
            </a:r>
            <a:r>
              <a:rPr lang="es-MX" sz="2000" dirty="0" smtClean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sz="2000" dirty="0" smtClean="0"/>
              <a:t>Filtro </a:t>
            </a:r>
            <a:r>
              <a:rPr lang="es-MX" sz="2000" dirty="0"/>
              <a:t>de valores o etiquetas: permite seleccionar rangos o criterios personalizados</a:t>
            </a:r>
            <a:r>
              <a:rPr lang="es-MX" sz="2000" dirty="0" smtClean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sz="2000" dirty="0" smtClean="0"/>
              <a:t>Permiten </a:t>
            </a:r>
            <a:r>
              <a:rPr lang="es-MX" sz="2000" dirty="0"/>
              <a:t>enfocarse en subconjuntos específicos de los datos.</a:t>
            </a:r>
            <a:endParaRPr sz="2000" dirty="0"/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3"/>
          <a:srcRect t="31229" r="59766"/>
          <a:stretch/>
        </p:blipFill>
        <p:spPr>
          <a:xfrm>
            <a:off x="1056899" y="1152525"/>
            <a:ext cx="5039112" cy="425272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7"/>
          <p:cNvSpPr txBox="1">
            <a:spLocks noGrp="1"/>
          </p:cNvSpPr>
          <p:nvPr>
            <p:ph type="dt" idx="10"/>
          </p:nvPr>
        </p:nvSpPr>
        <p:spPr>
          <a:xfrm>
            <a:off x="513589" y="6656871"/>
            <a:ext cx="2702091" cy="216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s-ES"/>
              <a:t>7/01/20XX</a:t>
            </a:r>
            <a:endParaRPr/>
          </a:p>
        </p:txBody>
      </p:sp>
      <p:sp>
        <p:nvSpPr>
          <p:cNvPr id="392" name="Google Shape;392;p7"/>
          <p:cNvSpPr txBox="1"/>
          <p:nvPr/>
        </p:nvSpPr>
        <p:spPr>
          <a:xfrm>
            <a:off x="3215680" y="29177"/>
            <a:ext cx="10479314" cy="5801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3400"/>
              <a:buFont typeface="Arial"/>
              <a:buNone/>
            </a:pPr>
            <a:r>
              <a:rPr lang="es-ES" sz="3400" b="1" dirty="0">
                <a:solidFill>
                  <a:srgbClr val="00B050"/>
                </a:solidFill>
              </a:rPr>
              <a:t>4</a:t>
            </a:r>
            <a:r>
              <a:rPr lang="es-ES" sz="3400" b="1" i="0" u="none" strike="noStrike" cap="none" dirty="0" smtClean="0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r>
              <a:rPr lang="es-ES" sz="3400" b="1" dirty="0" smtClean="0">
                <a:solidFill>
                  <a:srgbClr val="00B050"/>
                </a:solidFill>
              </a:rPr>
              <a:t>OPCIONES DE TABLA</a:t>
            </a:r>
            <a:endParaRPr sz="3400" b="1" i="0" u="none" strike="noStrike" cap="none" dirty="0">
              <a:solidFill>
                <a:srgbClr val="00B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7"/>
          <p:cNvSpPr/>
          <p:nvPr/>
        </p:nvSpPr>
        <p:spPr>
          <a:xfrm>
            <a:off x="7598675" y="4581640"/>
            <a:ext cx="3712800" cy="842100"/>
          </a:xfrm>
          <a:prstGeom prst="rect">
            <a:avLst/>
          </a:prstGeom>
          <a:solidFill>
            <a:srgbClr val="C00000"/>
          </a:solidFill>
          <a:ln>
            <a:noFill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just">
              <a:buSzPts val="1400"/>
            </a:pPr>
            <a:r>
              <a:rPr lang="es-ES" sz="14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Nota </a:t>
            </a:r>
            <a:r>
              <a:rPr lang="es-ES" sz="1400" b="1" i="0" u="none" strike="noStrike" cap="none" dirty="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es-MX" dirty="0">
                <a:solidFill>
                  <a:schemeClr val="bg1"/>
                </a:solidFill>
              </a:rPr>
              <a:t>En versiones antiguas de Excel, algunas opciones como “Diseño de informe” o “Actualizar tabla” pueden estar en menús distintos o con otros nombres</a:t>
            </a:r>
            <a:endParaRPr sz="1400" b="0" i="0" u="none" strike="noStrike" cap="none" dirty="0">
              <a:solidFill>
                <a:schemeClr val="bg1"/>
              </a:solidFill>
              <a:sym typeface="Arial"/>
            </a:endParaRPr>
          </a:p>
        </p:txBody>
      </p:sp>
      <p:sp>
        <p:nvSpPr>
          <p:cNvPr id="398" name="Google Shape;398;p7"/>
          <p:cNvSpPr txBox="1"/>
          <p:nvPr/>
        </p:nvSpPr>
        <p:spPr>
          <a:xfrm>
            <a:off x="513589" y="4408118"/>
            <a:ext cx="586560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MX" sz="2000" dirty="0"/>
              <a:t>Desde la pestaña 'Analizar' o 'Diseño', se accede a distintas opciones como diseño de informe y actualizaciones.</a:t>
            </a:r>
            <a:endParaRPr lang="es-MX" sz="2000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589" y="1420027"/>
            <a:ext cx="11325225" cy="8975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601" y="2699881"/>
            <a:ext cx="11041199" cy="12369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8"/>
          <p:cNvSpPr txBox="1">
            <a:spLocks noGrp="1"/>
          </p:cNvSpPr>
          <p:nvPr>
            <p:ph type="sldNum" idx="12"/>
          </p:nvPr>
        </p:nvSpPr>
        <p:spPr>
          <a:xfrm>
            <a:off x="10416480" y="6658074"/>
            <a:ext cx="1165920" cy="213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r>
              <a:rPr lang="es-ES"/>
              <a:t>VERSIÓN: 1.0</a:t>
            </a:r>
            <a:endParaRPr/>
          </a:p>
        </p:txBody>
      </p:sp>
      <p:sp>
        <p:nvSpPr>
          <p:cNvPr id="405" name="Google Shape;405;p8"/>
          <p:cNvSpPr txBox="1"/>
          <p:nvPr/>
        </p:nvSpPr>
        <p:spPr>
          <a:xfrm>
            <a:off x="750252" y="1519360"/>
            <a:ext cx="4850447" cy="2862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MX" sz="2000" dirty="0"/>
              <a:t>Se puede cambiar el nombre del campo, tipo de resumen (suma, promedio, etc.) y formato de número</a:t>
            </a:r>
            <a:r>
              <a:rPr lang="es-MX" sz="2000" dirty="0" smtClean="0"/>
              <a:t>.</a:t>
            </a:r>
          </a:p>
          <a:p>
            <a:endParaRPr lang="es-MX" sz="2000" dirty="0" smtClean="0"/>
          </a:p>
          <a:p>
            <a:r>
              <a:rPr lang="es-MX" sz="2000" dirty="0"/>
              <a:t>Opción para mostrar valores como: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sz="2000" dirty="0"/>
              <a:t>% del total,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sz="2000" dirty="0"/>
              <a:t>diferencia con respecto a otro valor,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sz="2000" dirty="0"/>
              <a:t>% del anterior, etc.</a:t>
            </a:r>
          </a:p>
          <a:p>
            <a:endParaRPr lang="es-MX" sz="2000" dirty="0"/>
          </a:p>
        </p:txBody>
      </p:sp>
      <p:sp>
        <p:nvSpPr>
          <p:cNvPr id="406" name="Google Shape;406;p8"/>
          <p:cNvSpPr txBox="1"/>
          <p:nvPr/>
        </p:nvSpPr>
        <p:spPr>
          <a:xfrm>
            <a:off x="2417156" y="80606"/>
            <a:ext cx="9710057" cy="5801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3400"/>
              <a:buFont typeface="Arial"/>
              <a:buNone/>
            </a:pPr>
            <a:r>
              <a:rPr lang="es-ES" sz="3400" b="1" dirty="0">
                <a:solidFill>
                  <a:srgbClr val="00B050"/>
                </a:solidFill>
              </a:rPr>
              <a:t>5</a:t>
            </a:r>
            <a:r>
              <a:rPr lang="es-ES" sz="3400" b="1" i="0" u="none" strike="noStrike" cap="none" dirty="0" smtClean="0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. CONFIGURACIONES DE CAMPO</a:t>
            </a:r>
            <a:endParaRPr sz="3400" b="1" i="0" u="none" strike="noStrike" cap="none" dirty="0">
              <a:solidFill>
                <a:srgbClr val="00B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7110" y="1681667"/>
            <a:ext cx="5921253" cy="238526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Google Shape;394;p7"/>
          <p:cNvSpPr/>
          <p:nvPr/>
        </p:nvSpPr>
        <p:spPr>
          <a:xfrm>
            <a:off x="1061913" y="4513042"/>
            <a:ext cx="3712800" cy="842100"/>
          </a:xfrm>
          <a:prstGeom prst="rect">
            <a:avLst/>
          </a:prstGeom>
          <a:solidFill>
            <a:srgbClr val="C00000"/>
          </a:solidFill>
          <a:ln>
            <a:noFill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just">
              <a:buSzPts val="1400"/>
            </a:pPr>
            <a:r>
              <a:rPr lang="es-ES" sz="14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Nota </a:t>
            </a:r>
            <a:r>
              <a:rPr lang="es-ES" sz="1400" b="1" i="0" u="none" strike="noStrike" cap="none" dirty="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es-MX" dirty="0">
                <a:solidFill>
                  <a:schemeClr val="bg1"/>
                </a:solidFill>
              </a:rPr>
              <a:t>Útil para comparaciones, rankings y análisis personalizados.</a:t>
            </a:r>
            <a:endParaRPr sz="1400" b="0" i="0" u="none" strike="noStrike" cap="none" dirty="0">
              <a:solidFill>
                <a:schemeClr val="bg1"/>
              </a:solidFill>
              <a:sym typeface="Arial"/>
            </a:endParaRP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9"/>
          <p:cNvSpPr txBox="1"/>
          <p:nvPr/>
        </p:nvSpPr>
        <p:spPr>
          <a:xfrm>
            <a:off x="6657975" y="1133073"/>
            <a:ext cx="5343525" cy="37856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lvl="0" indent="-457200" algn="just">
              <a:buClr>
                <a:schemeClr val="dk1"/>
              </a:buClr>
              <a:buSzPts val="2800"/>
              <a:buFont typeface="Arial"/>
              <a:buChar char="•"/>
            </a:pPr>
            <a:r>
              <a:rPr lang="es-MX" sz="2000" dirty="0">
                <a:solidFill>
                  <a:schemeClr val="dk1"/>
                </a:solidFill>
              </a:rPr>
              <a:t>Insertar </a:t>
            </a:r>
            <a:r>
              <a:rPr lang="es-MX" sz="2000" dirty="0" smtClean="0">
                <a:solidFill>
                  <a:schemeClr val="dk1"/>
                </a:solidFill>
              </a:rPr>
              <a:t>Segmentación de datos: Ideal para </a:t>
            </a:r>
            <a:r>
              <a:rPr lang="es-MX" sz="2000" dirty="0">
                <a:solidFill>
                  <a:schemeClr val="dk1"/>
                </a:solidFill>
              </a:rPr>
              <a:t>presentaciones y </a:t>
            </a:r>
            <a:r>
              <a:rPr lang="es-MX" sz="2000" dirty="0" err="1">
                <a:solidFill>
                  <a:schemeClr val="dk1"/>
                </a:solidFill>
              </a:rPr>
              <a:t>dashboards</a:t>
            </a:r>
            <a:r>
              <a:rPr lang="es-MX" sz="2000" dirty="0">
                <a:solidFill>
                  <a:schemeClr val="dk1"/>
                </a:solidFill>
              </a:rPr>
              <a:t> interactivos</a:t>
            </a:r>
            <a:r>
              <a:rPr lang="es-MX" sz="2000" dirty="0" smtClean="0">
                <a:solidFill>
                  <a:schemeClr val="dk1"/>
                </a:solidFill>
              </a:rPr>
              <a:t>.</a:t>
            </a:r>
          </a:p>
          <a:p>
            <a:pPr marL="457200" lvl="0" indent="-457200" algn="just">
              <a:buClr>
                <a:schemeClr val="dk1"/>
              </a:buClr>
              <a:buSzPts val="2800"/>
              <a:buFont typeface="Arial"/>
              <a:buChar char="•"/>
            </a:pPr>
            <a:r>
              <a:rPr lang="es-MX" sz="2000" dirty="0" smtClean="0">
                <a:solidFill>
                  <a:schemeClr val="dk1"/>
                </a:solidFill>
              </a:rPr>
              <a:t>Insertar </a:t>
            </a:r>
            <a:r>
              <a:rPr lang="es-MX" sz="2000" dirty="0">
                <a:solidFill>
                  <a:schemeClr val="dk1"/>
                </a:solidFill>
              </a:rPr>
              <a:t>Escala de tiempo</a:t>
            </a:r>
            <a:r>
              <a:rPr lang="es-MX" sz="2000" dirty="0" smtClean="0">
                <a:solidFill>
                  <a:schemeClr val="dk1"/>
                </a:solidFill>
              </a:rPr>
              <a:t>: Funciona </a:t>
            </a:r>
            <a:r>
              <a:rPr lang="es-MX" sz="2000" dirty="0">
                <a:solidFill>
                  <a:schemeClr val="dk1"/>
                </a:solidFill>
              </a:rPr>
              <a:t>como filtro de fechas. Útil para tablas con campos de </a:t>
            </a:r>
            <a:r>
              <a:rPr lang="es-MX" sz="2000" dirty="0" smtClean="0">
                <a:solidFill>
                  <a:schemeClr val="dk1"/>
                </a:solidFill>
              </a:rPr>
              <a:t>Borrar </a:t>
            </a:r>
            <a:r>
              <a:rPr lang="es-MX" sz="2000" dirty="0">
                <a:solidFill>
                  <a:schemeClr val="dk1"/>
                </a:solidFill>
              </a:rPr>
              <a:t>tabla </a:t>
            </a:r>
            <a:endParaRPr lang="es-MX" sz="2000" dirty="0" smtClean="0">
              <a:solidFill>
                <a:schemeClr val="dk1"/>
              </a:solidFill>
            </a:endParaRPr>
          </a:p>
          <a:p>
            <a:pPr marL="457200" lvl="0" indent="-457200" algn="just">
              <a:buClr>
                <a:schemeClr val="dk1"/>
              </a:buClr>
              <a:buSzPts val="2800"/>
              <a:buFont typeface="Arial"/>
              <a:buChar char="•"/>
            </a:pPr>
            <a:r>
              <a:rPr lang="es-MX" sz="2000" dirty="0" smtClean="0">
                <a:solidFill>
                  <a:schemeClr val="dk1"/>
                </a:solidFill>
              </a:rPr>
              <a:t>Seleccionar </a:t>
            </a:r>
            <a:r>
              <a:rPr lang="es-MX" sz="2000" dirty="0">
                <a:solidFill>
                  <a:schemeClr val="dk1"/>
                </a:solidFill>
              </a:rPr>
              <a:t>elementos</a:t>
            </a:r>
            <a:r>
              <a:rPr lang="es-MX" sz="2000" dirty="0" smtClean="0">
                <a:solidFill>
                  <a:schemeClr val="dk1"/>
                </a:solidFill>
              </a:rPr>
              <a:t>: Útil </a:t>
            </a:r>
            <a:r>
              <a:rPr lang="es-MX" sz="2000" dirty="0">
                <a:solidFill>
                  <a:schemeClr val="dk1"/>
                </a:solidFill>
              </a:rPr>
              <a:t>para copiar solo lo necesario o aplicar formatos</a:t>
            </a:r>
            <a:r>
              <a:rPr lang="es-MX" sz="2000" dirty="0" smtClean="0">
                <a:solidFill>
                  <a:schemeClr val="dk1"/>
                </a:solidFill>
              </a:rPr>
              <a:t>.</a:t>
            </a:r>
          </a:p>
          <a:p>
            <a:pPr marL="457200" lvl="0" indent="-457200" algn="just">
              <a:buClr>
                <a:schemeClr val="dk1"/>
              </a:buClr>
              <a:buSzPts val="2800"/>
              <a:buFont typeface="Arial"/>
              <a:buChar char="•"/>
            </a:pPr>
            <a:r>
              <a:rPr lang="es-MX" sz="2000" dirty="0" smtClean="0">
                <a:solidFill>
                  <a:schemeClr val="dk1"/>
                </a:solidFill>
              </a:rPr>
              <a:t>Mover </a:t>
            </a:r>
            <a:r>
              <a:rPr lang="es-MX" sz="2000" dirty="0">
                <a:solidFill>
                  <a:schemeClr val="dk1"/>
                </a:solidFill>
              </a:rPr>
              <a:t>tabla dinámica</a:t>
            </a:r>
            <a:r>
              <a:rPr lang="es-MX" sz="2000" dirty="0" smtClean="0">
                <a:solidFill>
                  <a:schemeClr val="dk1"/>
                </a:solidFill>
              </a:rPr>
              <a:t>: Cambia </a:t>
            </a:r>
            <a:r>
              <a:rPr lang="es-MX" sz="2000" dirty="0">
                <a:solidFill>
                  <a:schemeClr val="dk1"/>
                </a:solidFill>
              </a:rPr>
              <a:t>la ubicación dentro del libro. Útil si quieres reorganizar el análisis o llevarlo a otra </a:t>
            </a:r>
            <a:r>
              <a:rPr lang="es-MX" sz="2000" dirty="0" smtClean="0">
                <a:solidFill>
                  <a:schemeClr val="dk1"/>
                </a:solidFill>
              </a:rPr>
              <a:t>hoja</a:t>
            </a:r>
            <a:endParaRPr sz="20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9"/>
          <p:cNvSpPr txBox="1"/>
          <p:nvPr/>
        </p:nvSpPr>
        <p:spPr>
          <a:xfrm>
            <a:off x="3073399" y="0"/>
            <a:ext cx="9971315" cy="5801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3400"/>
              <a:buFont typeface="Arial"/>
              <a:buNone/>
            </a:pPr>
            <a:r>
              <a:rPr lang="es-ES" sz="3400" b="1" dirty="0">
                <a:solidFill>
                  <a:srgbClr val="00B050"/>
                </a:solidFill>
              </a:rPr>
              <a:t>6</a:t>
            </a:r>
            <a:r>
              <a:rPr lang="es-ES" sz="3400" b="1" i="0" u="none" strike="noStrike" cap="none" dirty="0" smtClean="0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.  OTRAS OPERACIONES</a:t>
            </a:r>
            <a:endParaRPr sz="3400" b="1" i="0" u="none" strike="noStrike" cap="none" dirty="0">
              <a:solidFill>
                <a:srgbClr val="00B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80" y="1781548"/>
            <a:ext cx="5989839" cy="227095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10"/>
          <p:cNvSpPr txBox="1">
            <a:spLocks noGrp="1"/>
          </p:cNvSpPr>
          <p:nvPr>
            <p:ph type="sldNum" idx="12"/>
          </p:nvPr>
        </p:nvSpPr>
        <p:spPr>
          <a:xfrm>
            <a:off x="10416480" y="6658074"/>
            <a:ext cx="1165920" cy="213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fld id="{00000000-1234-1234-1234-123412341234}" type="slidenum">
              <a:rPr lang="es-ES"/>
              <a:t>12</a:t>
            </a:fld>
            <a:endParaRPr/>
          </a:p>
        </p:txBody>
      </p:sp>
      <p:sp>
        <p:nvSpPr>
          <p:cNvPr id="424" name="Google Shape;424;p10"/>
          <p:cNvSpPr txBox="1"/>
          <p:nvPr/>
        </p:nvSpPr>
        <p:spPr>
          <a:xfrm>
            <a:off x="5762625" y="1533346"/>
            <a:ext cx="6096000" cy="163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lvl="0" indent="-342900" algn="just">
              <a:buClr>
                <a:schemeClr val="dk1"/>
              </a:buClr>
              <a:buSzPts val="2400"/>
              <a:buFont typeface="Arial"/>
              <a:buChar char="•"/>
            </a:pPr>
            <a:r>
              <a:rPr lang="es-MX" sz="2000" dirty="0"/>
              <a:t>Se generan automáticamente cuando hay varios elementos en un campo de fila o columna</a:t>
            </a:r>
            <a:r>
              <a:rPr lang="es-MX" sz="2000" dirty="0" smtClean="0"/>
              <a:t>.</a:t>
            </a:r>
          </a:p>
          <a:p>
            <a:pPr marL="342900" lvl="0" indent="-342900" algn="just">
              <a:buClr>
                <a:schemeClr val="dk1"/>
              </a:buClr>
              <a:buSzPts val="2400"/>
              <a:buFont typeface="Arial"/>
              <a:buChar char="•"/>
            </a:pPr>
            <a:r>
              <a:rPr lang="es-EC" sz="2000" b="0" i="0" u="none" strike="noStrike" cap="none" dirty="0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Posibilidad </a:t>
            </a:r>
            <a:r>
              <a:rPr lang="es-MX" sz="2000" dirty="0" smtClean="0">
                <a:solidFill>
                  <a:schemeClr val="dk1"/>
                </a:solidFill>
              </a:rPr>
              <a:t>de:</a:t>
            </a:r>
          </a:p>
          <a:p>
            <a:pPr marL="342900" lvl="8" indent="-342900" algn="just">
              <a:buClr>
                <a:schemeClr val="dk1"/>
              </a:buClr>
              <a:buSzPts val="2400"/>
              <a:buFont typeface="Wingdings" panose="05000000000000000000" pitchFamily="2" charset="2"/>
              <a:buChar char="ü"/>
            </a:pPr>
            <a:r>
              <a:rPr lang="es-MX" sz="2000" dirty="0" smtClean="0">
                <a:solidFill>
                  <a:schemeClr val="dk1"/>
                </a:solidFill>
              </a:rPr>
              <a:t>Mostrar </a:t>
            </a:r>
            <a:r>
              <a:rPr lang="es-MX" sz="2000" dirty="0">
                <a:solidFill>
                  <a:schemeClr val="dk1"/>
                </a:solidFill>
              </a:rPr>
              <a:t>subtotales al principio o final de </a:t>
            </a:r>
            <a:r>
              <a:rPr lang="es-MX" sz="2000" dirty="0" smtClean="0">
                <a:solidFill>
                  <a:schemeClr val="dk1"/>
                </a:solidFill>
              </a:rPr>
              <a:t>grupo</a:t>
            </a:r>
          </a:p>
          <a:p>
            <a:pPr marL="342900" lvl="8" indent="-342900" algn="just">
              <a:buClr>
                <a:schemeClr val="dk1"/>
              </a:buClr>
              <a:buSzPts val="2400"/>
              <a:buFont typeface="Wingdings" panose="05000000000000000000" pitchFamily="2" charset="2"/>
              <a:buChar char="ü"/>
            </a:pPr>
            <a:r>
              <a:rPr lang="es-MX" sz="2000" dirty="0" smtClean="0">
                <a:solidFill>
                  <a:schemeClr val="dk1"/>
                </a:solidFill>
              </a:rPr>
              <a:t>Ocultarlos </a:t>
            </a:r>
            <a:r>
              <a:rPr lang="es-MX" sz="2000" dirty="0">
                <a:solidFill>
                  <a:schemeClr val="dk1"/>
                </a:solidFill>
              </a:rPr>
              <a:t>si no se necesitan.</a:t>
            </a:r>
            <a:endParaRPr sz="20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10"/>
          <p:cNvSpPr txBox="1"/>
          <p:nvPr/>
        </p:nvSpPr>
        <p:spPr>
          <a:xfrm>
            <a:off x="3294743" y="9428"/>
            <a:ext cx="10479314" cy="5801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3400"/>
              <a:buFont typeface="Arial"/>
              <a:buNone/>
            </a:pPr>
            <a:r>
              <a:rPr lang="es-ES" sz="3400" b="1" dirty="0">
                <a:solidFill>
                  <a:srgbClr val="00B050"/>
                </a:solidFill>
              </a:rPr>
              <a:t>7</a:t>
            </a:r>
            <a:r>
              <a:rPr lang="es-ES" sz="3400" b="1" i="0" u="none" strike="noStrike" cap="none" dirty="0" smtClean="0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. SUBTOTALES</a:t>
            </a:r>
            <a:endParaRPr sz="3400" b="1" i="0" u="none" strike="noStrike" cap="none" dirty="0">
              <a:solidFill>
                <a:srgbClr val="00B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566" y="749567"/>
            <a:ext cx="4405767" cy="52561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85"/>
          <p:cNvSpPr txBox="1">
            <a:spLocks noGrp="1"/>
          </p:cNvSpPr>
          <p:nvPr>
            <p:ph type="sldNum" idx="12"/>
          </p:nvPr>
        </p:nvSpPr>
        <p:spPr>
          <a:xfrm>
            <a:off x="10416480" y="6658074"/>
            <a:ext cx="1165920" cy="213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fld id="{00000000-1234-1234-1234-123412341234}" type="slidenum">
              <a:rPr lang="es-ES"/>
              <a:t>13</a:t>
            </a:fld>
            <a:endParaRPr/>
          </a:p>
        </p:txBody>
      </p:sp>
      <p:sp>
        <p:nvSpPr>
          <p:cNvPr id="433" name="Google Shape;433;p85"/>
          <p:cNvSpPr txBox="1"/>
          <p:nvPr/>
        </p:nvSpPr>
        <p:spPr>
          <a:xfrm>
            <a:off x="6669301" y="2181224"/>
            <a:ext cx="5265523" cy="2246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>
              <a:buClr>
                <a:schemeClr val="dk1"/>
              </a:buClr>
              <a:buSzPts val="2800"/>
            </a:pPr>
            <a:r>
              <a:rPr lang="es-MX" sz="2000" dirty="0">
                <a:solidFill>
                  <a:schemeClr val="dk1"/>
                </a:solidFill>
              </a:rPr>
              <a:t>Se crean a partir de una tabla </a:t>
            </a:r>
            <a:r>
              <a:rPr lang="es-MX" sz="2000" dirty="0" smtClean="0">
                <a:solidFill>
                  <a:schemeClr val="dk1"/>
                </a:solidFill>
              </a:rPr>
              <a:t>dinámica:  </a:t>
            </a:r>
            <a:r>
              <a:rPr lang="es-MX" sz="2000" b="1" dirty="0">
                <a:solidFill>
                  <a:schemeClr val="dk1"/>
                </a:solidFill>
              </a:rPr>
              <a:t>(Insertar → Gráfico dinámico</a:t>
            </a:r>
            <a:r>
              <a:rPr lang="es-MX" sz="2000" b="1" dirty="0" smtClean="0">
                <a:solidFill>
                  <a:schemeClr val="dk1"/>
                </a:solidFill>
              </a:rPr>
              <a:t>)</a:t>
            </a:r>
          </a:p>
          <a:p>
            <a:pPr marL="342900" lvl="0" indent="-342900" algn="just"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lang="es-MX" sz="2000" dirty="0" smtClean="0">
                <a:solidFill>
                  <a:schemeClr val="dk1"/>
                </a:solidFill>
              </a:rPr>
              <a:t>Se </a:t>
            </a:r>
            <a:r>
              <a:rPr lang="es-MX" sz="2000" dirty="0">
                <a:solidFill>
                  <a:schemeClr val="dk1"/>
                </a:solidFill>
              </a:rPr>
              <a:t>actualizan automáticamente al cambiar los datos de la </a:t>
            </a:r>
            <a:r>
              <a:rPr lang="es-MX" sz="2000" dirty="0" smtClean="0">
                <a:solidFill>
                  <a:schemeClr val="dk1"/>
                </a:solidFill>
              </a:rPr>
              <a:t>tabla.</a:t>
            </a:r>
          </a:p>
          <a:p>
            <a:pPr marL="342900" lvl="0" indent="-342900" algn="just"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lang="es-MX" sz="2000" dirty="0" smtClean="0">
                <a:solidFill>
                  <a:schemeClr val="dk1"/>
                </a:solidFill>
              </a:rPr>
              <a:t>Interactúan </a:t>
            </a:r>
            <a:r>
              <a:rPr lang="es-MX" sz="2000" dirty="0">
                <a:solidFill>
                  <a:schemeClr val="dk1"/>
                </a:solidFill>
              </a:rPr>
              <a:t>con filtros y segmentaciones</a:t>
            </a:r>
            <a:r>
              <a:rPr lang="es-MX" sz="2000" dirty="0" smtClean="0">
                <a:solidFill>
                  <a:schemeClr val="dk1"/>
                </a:solidFill>
              </a:rPr>
              <a:t>.</a:t>
            </a:r>
          </a:p>
          <a:p>
            <a:pPr marL="342900" lvl="0" indent="-342900" algn="just"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lang="es-MX" sz="2000" dirty="0" smtClean="0">
                <a:solidFill>
                  <a:schemeClr val="dk1"/>
                </a:solidFill>
              </a:rPr>
              <a:t>Permiten </a:t>
            </a:r>
            <a:r>
              <a:rPr lang="es-MX" sz="2000" dirty="0">
                <a:solidFill>
                  <a:schemeClr val="dk1"/>
                </a:solidFill>
              </a:rPr>
              <a:t>visualizar patrones y relaciones de forma intuitiva.</a:t>
            </a:r>
            <a:endParaRPr sz="20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85"/>
          <p:cNvSpPr txBox="1"/>
          <p:nvPr/>
        </p:nvSpPr>
        <p:spPr>
          <a:xfrm>
            <a:off x="3409951" y="76103"/>
            <a:ext cx="10479300" cy="5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3400"/>
              <a:buFont typeface="Arial"/>
              <a:buNone/>
            </a:pPr>
            <a:r>
              <a:rPr lang="es-ES" sz="3400" b="1" dirty="0">
                <a:solidFill>
                  <a:srgbClr val="00B050"/>
                </a:solidFill>
              </a:rPr>
              <a:t>8</a:t>
            </a:r>
            <a:r>
              <a:rPr lang="es-ES" sz="3400" b="1" i="0" u="none" strike="noStrike" cap="none" dirty="0" smtClean="0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. GRÁFICOS DINÁMICOS</a:t>
            </a:r>
            <a:endParaRPr sz="3400" b="1" i="0" u="none" strike="noStrike" cap="none" dirty="0">
              <a:solidFill>
                <a:srgbClr val="00B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232" y="1276349"/>
            <a:ext cx="6059495" cy="43148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29"/>
          <p:cNvSpPr txBox="1">
            <a:spLocks noGrp="1"/>
          </p:cNvSpPr>
          <p:nvPr>
            <p:ph type="dt" idx="10"/>
          </p:nvPr>
        </p:nvSpPr>
        <p:spPr>
          <a:xfrm>
            <a:off x="513589" y="6656871"/>
            <a:ext cx="2702091" cy="216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598" name="Google Shape;598;p29"/>
          <p:cNvSpPr txBox="1">
            <a:spLocks noGrp="1"/>
          </p:cNvSpPr>
          <p:nvPr>
            <p:ph type="sldNum" idx="12"/>
          </p:nvPr>
        </p:nvSpPr>
        <p:spPr>
          <a:xfrm>
            <a:off x="10416480" y="6658074"/>
            <a:ext cx="1165920" cy="213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fld id="{00000000-1234-1234-1234-123412341234}" type="slidenum">
              <a:rPr lang="es-ES"/>
              <a:t>14</a:t>
            </a:fld>
            <a:endParaRPr/>
          </a:p>
        </p:txBody>
      </p:sp>
      <p:sp>
        <p:nvSpPr>
          <p:cNvPr id="599" name="Google Shape;599;p29"/>
          <p:cNvSpPr txBox="1"/>
          <p:nvPr/>
        </p:nvSpPr>
        <p:spPr>
          <a:xfrm>
            <a:off x="4230000" y="60450"/>
            <a:ext cx="3732000" cy="5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3600"/>
              <a:buFont typeface="Arial"/>
              <a:buNone/>
            </a:pPr>
            <a:r>
              <a:rPr lang="es-ES" sz="3400" b="1" i="0" u="none" strike="noStrike" cap="none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7. EJERCICIO 1</a:t>
            </a:r>
            <a:endParaRPr sz="3400" b="1" i="0" u="none" strike="noStrike" cap="none">
              <a:solidFill>
                <a:srgbClr val="00B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0" name="Google Shape;600;p29"/>
          <p:cNvSpPr txBox="1"/>
          <p:nvPr/>
        </p:nvSpPr>
        <p:spPr>
          <a:xfrm>
            <a:off x="1412798" y="1078330"/>
            <a:ext cx="9366404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1800"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Rectángulo 5"/>
          <p:cNvSpPr/>
          <p:nvPr/>
        </p:nvSpPr>
        <p:spPr>
          <a:xfrm>
            <a:off x="1165148" y="1232198"/>
            <a:ext cx="10036252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MX" sz="2000" dirty="0"/>
              <a:t>Crea una hoja de Excel con los siguientes datos ficticios de ventas (5 productos, 3 regiones, 3 fechas y montos aleatorios</a:t>
            </a:r>
            <a:r>
              <a:rPr lang="es-MX" sz="2000" dirty="0" smtClean="0"/>
              <a:t>):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s-MX" sz="2000" b="1" dirty="0" smtClean="0"/>
              <a:t>Producto</a:t>
            </a:r>
            <a:r>
              <a:rPr lang="es-MX" sz="2000" b="1" dirty="0"/>
              <a:t>: </a:t>
            </a:r>
            <a:r>
              <a:rPr lang="es-MX" sz="2000" dirty="0"/>
              <a:t>Ensalada, Pizza, Sopa, Tacos, Hamburguesa</a:t>
            </a:r>
            <a:r>
              <a:rPr lang="es-MX" sz="2000" dirty="0" smtClean="0"/>
              <a:t>.</a:t>
            </a:r>
          </a:p>
          <a:p>
            <a:pPr marL="342900" lvl="2" indent="-342900">
              <a:buFont typeface="Wingdings" panose="05000000000000000000" pitchFamily="2" charset="2"/>
              <a:buChar char="Ø"/>
            </a:pPr>
            <a:r>
              <a:rPr lang="es-MX" sz="2000" b="1" dirty="0" smtClean="0"/>
              <a:t>Región</a:t>
            </a:r>
            <a:r>
              <a:rPr lang="es-MX" sz="2000" b="1" dirty="0"/>
              <a:t>: </a:t>
            </a:r>
            <a:r>
              <a:rPr lang="es-MX" sz="2000" dirty="0"/>
              <a:t>Costa, Sierra, Oriente</a:t>
            </a:r>
            <a:r>
              <a:rPr lang="es-MX" sz="2000" dirty="0" smtClean="0"/>
              <a:t>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s-MX" sz="2000" b="1" dirty="0" smtClean="0"/>
              <a:t>Fecha</a:t>
            </a:r>
            <a:r>
              <a:rPr lang="es-MX" sz="2000" b="1" dirty="0"/>
              <a:t>: </a:t>
            </a:r>
            <a:r>
              <a:rPr lang="es-MX" sz="2000" dirty="0"/>
              <a:t>01/01/2024, 15/02/2024, 10/03/2024</a:t>
            </a:r>
            <a:r>
              <a:rPr lang="es-MX" sz="2000" dirty="0" smtClean="0"/>
              <a:t>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s-MX" sz="2000" b="1" dirty="0" smtClean="0"/>
              <a:t>Monto </a:t>
            </a:r>
            <a:r>
              <a:rPr lang="es-MX" sz="2000" b="1" dirty="0"/>
              <a:t>de ventas: </a:t>
            </a:r>
            <a:r>
              <a:rPr lang="es-MX" sz="2000" dirty="0"/>
              <a:t>Rango entre 50 y 500 </a:t>
            </a:r>
            <a:endParaRPr lang="es-MX" sz="2000" dirty="0" smtClean="0"/>
          </a:p>
          <a:p>
            <a:endParaRPr lang="es-MX" sz="2000" dirty="0" smtClean="0"/>
          </a:p>
          <a:p>
            <a:pPr marL="342900" indent="-342900">
              <a:buFont typeface="+mj-lt"/>
              <a:buAutoNum type="arabicPeriod"/>
            </a:pPr>
            <a:r>
              <a:rPr lang="es-MX" sz="2000" dirty="0" smtClean="0"/>
              <a:t>Crea </a:t>
            </a:r>
            <a:r>
              <a:rPr lang="es-MX" sz="2000" dirty="0"/>
              <a:t>una tabla dinámica que resuma el Monto total de ventas por Producto</a:t>
            </a:r>
            <a:r>
              <a:rPr lang="es-MX" sz="2000" dirty="0" smtClean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es-MX" sz="2000" dirty="0" smtClean="0"/>
              <a:t>Organiza </a:t>
            </a:r>
            <a:r>
              <a:rPr lang="es-MX" sz="2000" dirty="0"/>
              <a:t>los resultados para que se vea primero el Producto, luego el Monto total de ventas</a:t>
            </a:r>
            <a:r>
              <a:rPr lang="es-MX" sz="2000" dirty="0" smtClean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es-MX" sz="2000" dirty="0" smtClean="0"/>
              <a:t>Guarda </a:t>
            </a:r>
            <a:r>
              <a:rPr lang="es-MX" sz="2000" dirty="0"/>
              <a:t>la tabla dinámica con el nombre "Resumen de ventas".</a:t>
            </a:r>
            <a:endParaRPr lang="es-EC" sz="2000" dirty="0"/>
          </a:p>
        </p:txBody>
      </p:sp>
    </p:spTree>
  </p:cSld>
  <p:clrMapOvr>
    <a:masterClrMapping/>
  </p:clrMapOvr>
  <p:transition spd="med">
    <p:pull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p30"/>
          <p:cNvSpPr txBox="1">
            <a:spLocks noGrp="1"/>
          </p:cNvSpPr>
          <p:nvPr>
            <p:ph type="dt" idx="10"/>
          </p:nvPr>
        </p:nvSpPr>
        <p:spPr>
          <a:xfrm>
            <a:off x="513589" y="6656871"/>
            <a:ext cx="2702091" cy="216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s-ES"/>
              <a:t>7/01/20XX</a:t>
            </a:r>
            <a:endParaRPr/>
          </a:p>
        </p:txBody>
      </p:sp>
      <p:sp>
        <p:nvSpPr>
          <p:cNvPr id="607" name="Google Shape;607;p30"/>
          <p:cNvSpPr txBox="1"/>
          <p:nvPr/>
        </p:nvSpPr>
        <p:spPr>
          <a:xfrm>
            <a:off x="1718388" y="80125"/>
            <a:ext cx="8566871" cy="5634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3400"/>
              <a:buFont typeface="Arial"/>
              <a:buNone/>
            </a:pPr>
            <a:r>
              <a:rPr lang="es-ES" sz="3400" b="1" i="0" u="none" strike="noStrike" cap="none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8. EJERCICIO 2</a:t>
            </a:r>
            <a:endParaRPr sz="3400" b="1" i="0" u="none" strike="noStrike" cap="none">
              <a:solidFill>
                <a:srgbClr val="00B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9" name="Google Shape;609;p30"/>
          <p:cNvSpPr txBox="1"/>
          <p:nvPr/>
        </p:nvSpPr>
        <p:spPr>
          <a:xfrm>
            <a:off x="1282965" y="1711293"/>
            <a:ext cx="10473212" cy="2246729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000"/>
            </a:pPr>
            <a:r>
              <a:rPr lang="es-MX" sz="2000" dirty="0"/>
              <a:t>Usa los mismos datos generados en el ejercicio anterior</a:t>
            </a:r>
            <a:r>
              <a:rPr lang="es-MX" sz="2000" dirty="0" smtClean="0"/>
              <a:t>.</a:t>
            </a:r>
          </a:p>
          <a:p>
            <a:pPr lvl="0">
              <a:buSzPts val="2000"/>
            </a:pPr>
            <a:endParaRPr lang="es-MX" sz="2000" dirty="0" smtClean="0"/>
          </a:p>
          <a:p>
            <a:pPr marL="457200" lvl="0" indent="-457200">
              <a:buSzPts val="2000"/>
              <a:buFont typeface="+mj-lt"/>
              <a:buAutoNum type="arabicPeriod"/>
            </a:pPr>
            <a:r>
              <a:rPr lang="es-MX" sz="2000" dirty="0" smtClean="0"/>
              <a:t>Crea </a:t>
            </a:r>
            <a:r>
              <a:rPr lang="es-MX" sz="2000" dirty="0"/>
              <a:t>una tabla dinámica que muestre el Monto total de ventas por Región</a:t>
            </a:r>
            <a:r>
              <a:rPr lang="es-MX" sz="2000" dirty="0" smtClean="0"/>
              <a:t>.</a:t>
            </a:r>
          </a:p>
          <a:p>
            <a:pPr marL="457200" lvl="0" indent="-457200">
              <a:buSzPts val="2000"/>
              <a:buFont typeface="+mj-lt"/>
              <a:buAutoNum type="arabicPeriod"/>
            </a:pPr>
            <a:r>
              <a:rPr lang="es-MX" sz="2000" dirty="0" smtClean="0"/>
              <a:t>Aplica </a:t>
            </a:r>
            <a:r>
              <a:rPr lang="es-MX" sz="2000" dirty="0"/>
              <a:t>un filtro de Producto para mostrar únicamente los productos Pizza y Hamburguesa</a:t>
            </a:r>
            <a:r>
              <a:rPr lang="es-MX" sz="2000" dirty="0" smtClean="0"/>
              <a:t>.</a:t>
            </a:r>
          </a:p>
          <a:p>
            <a:pPr marL="457200" lvl="0" indent="-457200">
              <a:buSzPts val="2000"/>
              <a:buFont typeface="+mj-lt"/>
              <a:buAutoNum type="arabicPeriod"/>
            </a:pPr>
            <a:r>
              <a:rPr lang="es-MX" sz="2000" dirty="0" smtClean="0"/>
              <a:t>Personaliza </a:t>
            </a:r>
            <a:r>
              <a:rPr lang="es-MX" sz="2000" dirty="0"/>
              <a:t>el campo de Monto para que se muestre en formato moneda</a:t>
            </a:r>
            <a:r>
              <a:rPr lang="es-MX" sz="2000" dirty="0" smtClean="0"/>
              <a:t>.</a:t>
            </a:r>
          </a:p>
          <a:p>
            <a:pPr marL="457200" lvl="0" indent="-457200">
              <a:buSzPts val="2000"/>
              <a:buFont typeface="+mj-lt"/>
              <a:buAutoNum type="arabicPeriod"/>
            </a:pPr>
            <a:r>
              <a:rPr lang="es-MX" sz="2000" dirty="0" smtClean="0"/>
              <a:t>Añade </a:t>
            </a:r>
            <a:r>
              <a:rPr lang="es-MX" sz="2000" dirty="0"/>
              <a:t>un filtro de Fecha para mostrar solo las ventas de enero y febrero de 2024.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med">
    <p:pull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p30"/>
          <p:cNvSpPr txBox="1">
            <a:spLocks noGrp="1"/>
          </p:cNvSpPr>
          <p:nvPr>
            <p:ph type="dt" idx="10"/>
          </p:nvPr>
        </p:nvSpPr>
        <p:spPr>
          <a:xfrm>
            <a:off x="513589" y="6656871"/>
            <a:ext cx="2702091" cy="216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s-ES"/>
              <a:t>7/01/20XX</a:t>
            </a:r>
            <a:endParaRPr/>
          </a:p>
        </p:txBody>
      </p:sp>
      <p:sp>
        <p:nvSpPr>
          <p:cNvPr id="607" name="Google Shape;607;p30"/>
          <p:cNvSpPr txBox="1"/>
          <p:nvPr/>
        </p:nvSpPr>
        <p:spPr>
          <a:xfrm>
            <a:off x="1718388" y="80125"/>
            <a:ext cx="8566871" cy="5634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3400"/>
              <a:buFont typeface="Arial"/>
              <a:buNone/>
            </a:pPr>
            <a:r>
              <a:rPr lang="es-ES" sz="3400" b="1" i="0" u="none" strike="noStrike" cap="none" dirty="0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8. EJERCICIO </a:t>
            </a:r>
            <a:r>
              <a:rPr lang="es-ES" sz="3400" b="1" i="0" u="none" strike="noStrike" cap="none" dirty="0" smtClean="0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3400" b="1" i="0" u="none" strike="noStrike" cap="none" dirty="0">
              <a:solidFill>
                <a:srgbClr val="00B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9" name="Google Shape;609;p30"/>
          <p:cNvSpPr txBox="1"/>
          <p:nvPr/>
        </p:nvSpPr>
        <p:spPr>
          <a:xfrm>
            <a:off x="1559190" y="1777968"/>
            <a:ext cx="10473212" cy="193895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000"/>
            </a:pPr>
            <a:r>
              <a:rPr lang="es-MX" sz="2000" dirty="0"/>
              <a:t>Usa los mismos datos generados en el ejercicio anterior</a:t>
            </a:r>
            <a:r>
              <a:rPr lang="es-MX" sz="2000" dirty="0" smtClean="0"/>
              <a:t>.</a:t>
            </a:r>
          </a:p>
          <a:p>
            <a:pPr lvl="0">
              <a:buSzPts val="2000"/>
            </a:pPr>
            <a:endParaRPr lang="es-MX" sz="2000" dirty="0" smtClean="0"/>
          </a:p>
          <a:p>
            <a:pPr marL="457200" lvl="0" indent="-457200">
              <a:buSzPts val="2000"/>
              <a:buFont typeface="+mj-lt"/>
              <a:buAutoNum type="arabicPeriod"/>
            </a:pPr>
            <a:r>
              <a:rPr lang="es-MX" sz="2000" dirty="0"/>
              <a:t>Crea una tabla dinámica que muestre las ventas por Producto y Región</a:t>
            </a:r>
            <a:r>
              <a:rPr lang="es-MX" sz="2000" dirty="0" smtClean="0"/>
              <a:t>.</a:t>
            </a:r>
          </a:p>
          <a:p>
            <a:pPr marL="457200" lvl="0" indent="-457200">
              <a:buSzPts val="2000"/>
              <a:buFont typeface="+mj-lt"/>
              <a:buAutoNum type="arabicPeriod"/>
            </a:pPr>
            <a:r>
              <a:rPr lang="es-MX" sz="2000" dirty="0" smtClean="0"/>
              <a:t>Agrega </a:t>
            </a:r>
            <a:r>
              <a:rPr lang="es-MX" sz="2000" dirty="0"/>
              <a:t>subtotales de ventas por producto en cada región</a:t>
            </a:r>
            <a:r>
              <a:rPr lang="es-MX" sz="2000" dirty="0" smtClean="0"/>
              <a:t>.</a:t>
            </a:r>
          </a:p>
          <a:p>
            <a:pPr marL="457200" lvl="0" indent="-457200">
              <a:buSzPts val="2000"/>
              <a:buFont typeface="+mj-lt"/>
              <a:buAutoNum type="arabicPeriod"/>
            </a:pPr>
            <a:r>
              <a:rPr lang="es-MX" sz="2000" dirty="0" smtClean="0"/>
              <a:t>Incluye </a:t>
            </a:r>
            <a:r>
              <a:rPr lang="es-MX" sz="2000" dirty="0"/>
              <a:t>un Total general de ventas al final</a:t>
            </a:r>
            <a:r>
              <a:rPr lang="es-MX" sz="2000" dirty="0" smtClean="0"/>
              <a:t>.</a:t>
            </a:r>
          </a:p>
          <a:p>
            <a:pPr marL="457200" lvl="0" indent="-457200">
              <a:buSzPts val="2000"/>
              <a:buFont typeface="+mj-lt"/>
              <a:buAutoNum type="arabicPeriod"/>
            </a:pPr>
            <a:r>
              <a:rPr lang="es-MX" sz="2000" dirty="0" smtClean="0"/>
              <a:t>Calcula </a:t>
            </a:r>
            <a:r>
              <a:rPr lang="es-MX" sz="2000" dirty="0"/>
              <a:t>también el Promedio de ventas por producto.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00944002"/>
      </p:ext>
    </p:extLst>
  </p:cSld>
  <p:clrMapOvr>
    <a:masterClrMapping/>
  </p:clrMapOvr>
  <p:transition spd="med">
    <p:pull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p47"/>
          <p:cNvSpPr txBox="1"/>
          <p:nvPr/>
        </p:nvSpPr>
        <p:spPr>
          <a:xfrm>
            <a:off x="3723226" y="79750"/>
            <a:ext cx="4089300" cy="5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3600"/>
              <a:buFont typeface="Arial"/>
              <a:buNone/>
            </a:pPr>
            <a:r>
              <a:rPr lang="es-ES" sz="3400" b="1" i="0" u="none" strike="noStrike" cap="none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12. EJERCICIO 4</a:t>
            </a:r>
            <a:endParaRPr sz="3400" b="1" i="0" u="none" strike="noStrike" cap="none">
              <a:solidFill>
                <a:srgbClr val="00B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6" name="Google Shape;746;p47"/>
          <p:cNvSpPr txBox="1"/>
          <p:nvPr/>
        </p:nvSpPr>
        <p:spPr>
          <a:xfrm>
            <a:off x="-3966075" y="1"/>
            <a:ext cx="29745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8" name="Google Shape;748;p47"/>
          <p:cNvSpPr txBox="1"/>
          <p:nvPr/>
        </p:nvSpPr>
        <p:spPr>
          <a:xfrm>
            <a:off x="1153430" y="1599384"/>
            <a:ext cx="10174200" cy="2554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1800"/>
            </a:pPr>
            <a:r>
              <a:rPr lang="es-MX" sz="2000" dirty="0">
                <a:solidFill>
                  <a:schemeClr val="dk1"/>
                </a:solidFill>
              </a:rPr>
              <a:t>Usa los datos generados en el primer ejercicio y la tabla dinámica creada en el segundo ejercicio</a:t>
            </a:r>
            <a:r>
              <a:rPr lang="es-MX" sz="2000" dirty="0" smtClean="0">
                <a:solidFill>
                  <a:schemeClr val="dk1"/>
                </a:solidFill>
              </a:rPr>
              <a:t>.</a:t>
            </a:r>
          </a:p>
          <a:p>
            <a:pPr lvl="0">
              <a:buSzPts val="1800"/>
            </a:pPr>
            <a:endParaRPr lang="es-MX" sz="2000" dirty="0" smtClean="0">
              <a:solidFill>
                <a:schemeClr val="dk1"/>
              </a:solidFill>
            </a:endParaRPr>
          </a:p>
          <a:p>
            <a:pPr lvl="0" indent="-114300">
              <a:buSzPts val="1800"/>
              <a:buFont typeface="Arial"/>
              <a:buAutoNum type="arabicPeriod"/>
            </a:pPr>
            <a:r>
              <a:rPr lang="es-MX" sz="2000" dirty="0" smtClean="0">
                <a:solidFill>
                  <a:schemeClr val="dk1"/>
                </a:solidFill>
              </a:rPr>
              <a:t> Crea </a:t>
            </a:r>
            <a:r>
              <a:rPr lang="es-MX" sz="2000" dirty="0">
                <a:solidFill>
                  <a:schemeClr val="dk1"/>
                </a:solidFill>
              </a:rPr>
              <a:t>un gráfico dinámico basado en la tabla de Monto total de ventas por Producto</a:t>
            </a:r>
            <a:r>
              <a:rPr lang="es-MX" sz="2000" dirty="0" smtClean="0">
                <a:solidFill>
                  <a:schemeClr val="dk1"/>
                </a:solidFill>
              </a:rPr>
              <a:t>.</a:t>
            </a:r>
          </a:p>
          <a:p>
            <a:pPr lvl="0" indent="-114300">
              <a:buSzPts val="1800"/>
              <a:buFont typeface="Arial"/>
              <a:buAutoNum type="arabicPeriod"/>
            </a:pPr>
            <a:r>
              <a:rPr lang="es-MX" sz="2000" dirty="0" smtClean="0">
                <a:solidFill>
                  <a:schemeClr val="dk1"/>
                </a:solidFill>
              </a:rPr>
              <a:t> Personaliza </a:t>
            </a:r>
            <a:r>
              <a:rPr lang="es-MX" sz="2000" dirty="0">
                <a:solidFill>
                  <a:schemeClr val="dk1"/>
                </a:solidFill>
              </a:rPr>
              <a:t>el gráfico cambiando el tipo de gráfico a columnas o barras</a:t>
            </a:r>
            <a:r>
              <a:rPr lang="es-MX" sz="2000" dirty="0" smtClean="0">
                <a:solidFill>
                  <a:schemeClr val="dk1"/>
                </a:solidFill>
              </a:rPr>
              <a:t>.</a:t>
            </a:r>
          </a:p>
          <a:p>
            <a:pPr lvl="0" indent="-114300">
              <a:buSzPts val="1800"/>
              <a:buFont typeface="Arial"/>
              <a:buAutoNum type="arabicPeriod"/>
            </a:pPr>
            <a:r>
              <a:rPr lang="es-MX" sz="2000" dirty="0" smtClean="0">
                <a:solidFill>
                  <a:schemeClr val="dk1"/>
                </a:solidFill>
              </a:rPr>
              <a:t> Agrega </a:t>
            </a:r>
            <a:r>
              <a:rPr lang="es-MX" sz="2000" dirty="0">
                <a:solidFill>
                  <a:schemeClr val="dk1"/>
                </a:solidFill>
              </a:rPr>
              <a:t>etiquetas de datos y un título como "Ventas por Producto</a:t>
            </a:r>
            <a:r>
              <a:rPr lang="es-MX" sz="2000" dirty="0" smtClean="0">
                <a:solidFill>
                  <a:schemeClr val="dk1"/>
                </a:solidFill>
              </a:rPr>
              <a:t>".</a:t>
            </a:r>
          </a:p>
          <a:p>
            <a:pPr lvl="0" indent="-114300">
              <a:buSzPts val="1800"/>
              <a:buFont typeface="Arial"/>
              <a:buAutoNum type="arabicPeriod"/>
            </a:pPr>
            <a:r>
              <a:rPr lang="es-MX" sz="2000" dirty="0" smtClean="0">
                <a:solidFill>
                  <a:schemeClr val="dk1"/>
                </a:solidFill>
              </a:rPr>
              <a:t> Asegúrate </a:t>
            </a:r>
            <a:r>
              <a:rPr lang="es-MX" sz="2000" dirty="0">
                <a:solidFill>
                  <a:schemeClr val="dk1"/>
                </a:solidFill>
              </a:rPr>
              <a:t>de que el gráfico se actualice automáticamente si cambian los datos de la tabla dinámica.</a:t>
            </a:r>
            <a:endParaRPr sz="20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med">
    <p:pull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4" name="Google Shape;754;p48" descr="primer plano de una placa de circuito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6426578" y="0"/>
            <a:ext cx="5765422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55" name="Google Shape;755;p48" descr="persona joven escribiendo en pizarra"/>
          <p:cNvPicPr preferRelativeResize="0">
            <a:picLocks noGrp="1"/>
          </p:cNvPicPr>
          <p:nvPr>
            <p:ph type="pic" idx="3"/>
          </p:nvPr>
        </p:nvPicPr>
        <p:blipFill rotWithShape="1">
          <a:blip r:embed="rId4">
            <a:alphaModFix/>
          </a:blip>
          <a:srcRect/>
          <a:stretch/>
        </p:blipFill>
        <p:spPr>
          <a:xfrm>
            <a:off x="-11657" y="-16298"/>
            <a:ext cx="5555640" cy="6874299"/>
          </a:xfrm>
          <a:prstGeom prst="rect">
            <a:avLst/>
          </a:prstGeom>
          <a:noFill/>
          <a:ln>
            <a:noFill/>
          </a:ln>
        </p:spPr>
      </p:pic>
      <p:sp>
        <p:nvSpPr>
          <p:cNvPr id="756" name="Google Shape;756;p4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es-ES"/>
              <a:t>18</a:t>
            </a:fld>
            <a:endParaRPr/>
          </a:p>
        </p:txBody>
      </p:sp>
      <p:sp>
        <p:nvSpPr>
          <p:cNvPr id="757" name="Google Shape;757;p48"/>
          <p:cNvSpPr txBox="1">
            <a:spLocks noGrp="1"/>
          </p:cNvSpPr>
          <p:nvPr>
            <p:ph type="title"/>
          </p:nvPr>
        </p:nvSpPr>
        <p:spPr>
          <a:xfrm>
            <a:off x="5031605" y="2373365"/>
            <a:ext cx="3907972" cy="5551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Font typeface="Arial"/>
              <a:buNone/>
            </a:pPr>
            <a:r>
              <a:rPr lang="es-ES" sz="4000"/>
              <a:t>GRACIAS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e Office">
  <a:themeElements>
    <a:clrScheme name="Custom 174">
      <a:dk1>
        <a:srgbClr val="1E1E1E"/>
      </a:dk1>
      <a:lt1>
        <a:srgbClr val="FFFFFF"/>
      </a:lt1>
      <a:dk2>
        <a:srgbClr val="44546A"/>
      </a:dk2>
      <a:lt2>
        <a:srgbClr val="E7E6E6"/>
      </a:lt2>
      <a:accent1>
        <a:srgbClr val="81CC48"/>
      </a:accent1>
      <a:accent2>
        <a:srgbClr val="45BEAD"/>
      </a:accent2>
      <a:accent3>
        <a:srgbClr val="BFFF4B"/>
      </a:accent3>
      <a:accent4>
        <a:srgbClr val="B001FF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Diseño predeterminado">
  <a:themeElements>
    <a:clrScheme name="Personalizad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0000"/>
      </a:hlink>
      <a:folHlink>
        <a:srgbClr val="33339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385</TotalTime>
  <Words>1059</Words>
  <Application>Microsoft Office PowerPoint</Application>
  <PresentationFormat>Panorámica</PresentationFormat>
  <Paragraphs>152</Paragraphs>
  <Slides>18</Slides>
  <Notes>18</Notes>
  <HiddenSlides>0</HiddenSlides>
  <MMClips>0</MMClips>
  <ScaleCrop>false</ScaleCrop>
  <HeadingPairs>
    <vt:vector size="8" baseType="variant">
      <vt:variant>
        <vt:lpstr>Fuentes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Servidores OLE incrustados</vt:lpstr>
      </vt:variant>
      <vt:variant>
        <vt:i4>0</vt:i4>
      </vt:variant>
      <vt:variant>
        <vt:lpstr>Títulos de diapositiva</vt:lpstr>
      </vt:variant>
      <vt:variant>
        <vt:i4>18</vt:i4>
      </vt:variant>
    </vt:vector>
  </HeadingPairs>
  <TitlesOfParts>
    <vt:vector size="23" baseType="lpstr">
      <vt:lpstr>Arial</vt:lpstr>
      <vt:lpstr>Calibri</vt:lpstr>
      <vt:lpstr>Wingdings</vt:lpstr>
      <vt:lpstr>Tema de Office</vt:lpstr>
      <vt:lpstr>Diseño predeterminado</vt:lpstr>
      <vt:lpstr>UNIVERSIDAD DE LAS  FUERZAS ARMADAS  ESPE</vt:lpstr>
      <vt:lpstr>Presentación de PowerPoint</vt:lpstr>
      <vt:lpstr>Presentación de PowerPoint</vt:lpstr>
      <vt:lpstr>1. TABLAS DINÁMICAS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GRACIAS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UNIVERSIDAD DE LAS  FUERZAS ARMADAS  ESPE</dc:title>
  <dc:creator>RQUISPE</dc:creator>
  <cp:lastModifiedBy>Cuenta Microsoft</cp:lastModifiedBy>
  <cp:revision>16</cp:revision>
  <dcterms:created xsi:type="dcterms:W3CDTF">2022-11-23T18:28:43Z</dcterms:created>
  <dcterms:modified xsi:type="dcterms:W3CDTF">2025-05-05T01:36:54Z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